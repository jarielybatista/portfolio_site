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6858000" cy="9144000"/>
  <p:embeddedFontLst>
    <p:embeddedFont>
      <p:font typeface="Trispace"/>
      <p:regular r:id="rId12"/>
      <p:bold r:id="rId13"/>
    </p:embeddedFont>
    <p:embeddedFont>
      <p:font typeface="Dela Gothic One"/>
      <p:regular r:id="rId14"/>
    </p:embeddedFont>
    <p:embeddedFont>
      <p:font typeface="Noto Sans Symbols"/>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M7QIYrJj0fC7cBKfUdI93sQTy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Trispace-bold.fntdata"/><Relationship Id="rId12" Type="http://schemas.openxmlformats.org/officeDocument/2006/relationships/font" Target="fonts/Trispace-regular.fntdata"/><Relationship Id="rId15" Type="http://schemas.openxmlformats.org/officeDocument/2006/relationships/font" Target="fonts/NotoSansSymbols-regular.fntdata"/><Relationship Id="rId14" Type="http://schemas.openxmlformats.org/officeDocument/2006/relationships/font" Target="fonts/DelaGothicOne-regular.fntdata"/><Relationship Id="rId17" Type="http://customschemas.google.com/relationships/presentationmetadata" Target="metadata"/><Relationship Id="rId16" Type="http://schemas.openxmlformats.org/officeDocument/2006/relationships/font" Target="fonts/NotoSansSymbol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3e59321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93e593219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3e65e315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93e65e3156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e65e315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93e65e315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3e65e315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93e65e3156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3e65e315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93e65e3156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3e65e315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93e65e3156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bit.ly/2Tynxth" TargetMode="External"/><Relationship Id="rId4" Type="http://schemas.openxmlformats.org/officeDocument/2006/relationships/hyperlink" Target="http://bit.ly/2TtBDfr"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pic>
        <p:nvPicPr>
          <p:cNvPr id="7" name="Google Shape;7;p14"/>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8" name="Google Shape;8;p14"/>
          <p:cNvSpPr txBox="1"/>
          <p:nvPr>
            <p:ph type="title"/>
          </p:nvPr>
        </p:nvSpPr>
        <p:spPr>
          <a:xfrm>
            <a:off x="713160" y="841680"/>
            <a:ext cx="6594840" cy="28476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type="blank">
  <p:cSld name="BLANK">
    <p:bg>
      <p:bgPr>
        <a:solidFill>
          <a:schemeClr val="lt1"/>
        </a:solidFill>
      </p:bgPr>
    </p:bg>
    <p:spTree>
      <p:nvGrpSpPr>
        <p:cNvPr id="10" name="Shape 10"/>
        <p:cNvGrpSpPr/>
        <p:nvPr/>
      </p:nvGrpSpPr>
      <p:grpSpPr>
        <a:xfrm>
          <a:off x="0" y="0"/>
          <a:ext cx="0" cy="0"/>
          <a:chOff x="0" y="0"/>
          <a:chExt cx="0" cy="0"/>
        </a:xfrm>
      </p:grpSpPr>
      <p:pic>
        <p:nvPicPr>
          <p:cNvPr id="11" name="Google Shape;11;p15"/>
          <p:cNvPicPr preferRelativeResize="0"/>
          <p:nvPr/>
        </p:nvPicPr>
        <p:blipFill rotWithShape="1">
          <a:blip r:embed="rId2">
            <a:alphaModFix amt="20000"/>
          </a:blip>
          <a:srcRect b="0" l="15600" r="0" t="0"/>
          <a:stretch/>
        </p:blipFill>
        <p:spPr>
          <a:xfrm rot="5400000">
            <a:off x="1995840" y="-2004840"/>
            <a:ext cx="5152320" cy="9153000"/>
          </a:xfrm>
          <a:prstGeom prst="rect">
            <a:avLst/>
          </a:prstGeom>
          <a:noFill/>
          <a:ln>
            <a:noFill/>
          </a:ln>
        </p:spPr>
      </p:pic>
      <p:sp>
        <p:nvSpPr>
          <p:cNvPr id="12" name="Google Shape;12;p15"/>
          <p:cNvSpPr txBox="1"/>
          <p:nvPr>
            <p:ph type="title"/>
          </p:nvPr>
        </p:nvSpPr>
        <p:spPr>
          <a:xfrm>
            <a:off x="720000" y="824400"/>
            <a:ext cx="5844600" cy="8701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accent2"/>
        </a:solidFill>
      </p:bgPr>
    </p:bg>
    <p:spTree>
      <p:nvGrpSpPr>
        <p:cNvPr id="14" name="Shape 14"/>
        <p:cNvGrpSpPr/>
        <p:nvPr/>
      </p:nvGrpSpPr>
      <p:grpSpPr>
        <a:xfrm>
          <a:off x="0" y="0"/>
          <a:ext cx="0" cy="0"/>
          <a:chOff x="0" y="0"/>
          <a:chExt cx="0" cy="0"/>
        </a:xfrm>
      </p:grpSpPr>
      <p:pic>
        <p:nvPicPr>
          <p:cNvPr id="15" name="Google Shape;15;p16"/>
          <p:cNvPicPr preferRelativeResize="0"/>
          <p:nvPr/>
        </p:nvPicPr>
        <p:blipFill rotWithShape="1">
          <a:blip r:embed="rId2">
            <a:alphaModFix amt="20000"/>
          </a:blip>
          <a:srcRect b="0" l="7797" r="7803" t="0"/>
          <a:stretch/>
        </p:blipFill>
        <p:spPr>
          <a:xfrm rot="-5400000">
            <a:off x="1995480" y="-2004480"/>
            <a:ext cx="5152320" cy="9153000"/>
          </a:xfrm>
          <a:prstGeom prst="rect">
            <a:avLst/>
          </a:prstGeom>
          <a:noFill/>
          <a:ln>
            <a:noFill/>
          </a:ln>
        </p:spPr>
      </p:pic>
      <p:sp>
        <p:nvSpPr>
          <p:cNvPr id="16" name="Google Shape;16;p16"/>
          <p:cNvSpPr txBox="1"/>
          <p:nvPr>
            <p:ph idx="1" type="body"/>
          </p:nvPr>
        </p:nvSpPr>
        <p:spPr>
          <a:xfrm>
            <a:off x="713160" y="1081080"/>
            <a:ext cx="7717320" cy="35269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 name="Google Shape;17;p16"/>
          <p:cNvSpPr txBox="1"/>
          <p:nvPr>
            <p:ph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p:cSld name="CUSTOM_1">
    <p:bg>
      <p:bgPr>
        <a:solidFill>
          <a:schemeClr val="lt1"/>
        </a:solidFill>
      </p:bgPr>
    </p:bg>
    <p:spTree>
      <p:nvGrpSpPr>
        <p:cNvPr id="18" name="Shape 18"/>
        <p:cNvGrpSpPr/>
        <p:nvPr/>
      </p:nvGrpSpPr>
      <p:grpSpPr>
        <a:xfrm>
          <a:off x="0" y="0"/>
          <a:ext cx="0" cy="0"/>
          <a:chOff x="0" y="0"/>
          <a:chExt cx="0" cy="0"/>
        </a:xfrm>
      </p:grpSpPr>
      <p:pic>
        <p:nvPicPr>
          <p:cNvPr id="19" name="Google Shape;19;p17"/>
          <p:cNvPicPr preferRelativeResize="0"/>
          <p:nvPr/>
        </p:nvPicPr>
        <p:blipFill rotWithShape="1">
          <a:blip r:embed="rId2">
            <a:alphaModFix amt="20000"/>
          </a:blip>
          <a:srcRect b="0" l="15600" r="0" t="0"/>
          <a:stretch/>
        </p:blipFill>
        <p:spPr>
          <a:xfrm rot="-5400000">
            <a:off x="1995480" y="-2004480"/>
            <a:ext cx="5152320" cy="9153000"/>
          </a:xfrm>
          <a:prstGeom prst="rect">
            <a:avLst/>
          </a:prstGeom>
          <a:noFill/>
          <a:ln>
            <a:noFill/>
          </a:ln>
        </p:spPr>
      </p:pic>
      <p:sp>
        <p:nvSpPr>
          <p:cNvPr id="20" name="Google Shape;20;p17"/>
          <p:cNvSpPr txBox="1"/>
          <p:nvPr>
            <p:ph type="title"/>
          </p:nvPr>
        </p:nvSpPr>
        <p:spPr>
          <a:xfrm>
            <a:off x="713160" y="605880"/>
            <a:ext cx="6101280" cy="2462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 name="Google Shape;21;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bg>
      <p:bgPr>
        <a:solidFill>
          <a:schemeClr val="lt1"/>
        </a:solidFill>
      </p:bgPr>
    </p:bg>
    <p:spTree>
      <p:nvGrpSpPr>
        <p:cNvPr id="22" name="Shape 22"/>
        <p:cNvGrpSpPr/>
        <p:nvPr/>
      </p:nvGrpSpPr>
      <p:grpSpPr>
        <a:xfrm>
          <a:off x="0" y="0"/>
          <a:ext cx="0" cy="0"/>
          <a:chOff x="0" y="0"/>
          <a:chExt cx="0" cy="0"/>
        </a:xfrm>
      </p:grpSpPr>
      <p:pic>
        <p:nvPicPr>
          <p:cNvPr id="23" name="Google Shape;23;p18"/>
          <p:cNvPicPr preferRelativeResize="0"/>
          <p:nvPr/>
        </p:nvPicPr>
        <p:blipFill rotWithShape="1">
          <a:blip r:embed="rId2">
            <a:alphaModFix amt="20000"/>
          </a:blip>
          <a:srcRect b="0" l="15600" r="0" t="0"/>
          <a:stretch/>
        </p:blipFill>
        <p:spPr>
          <a:xfrm rot="-5400000">
            <a:off x="1995480" y="-2004480"/>
            <a:ext cx="5152320" cy="9153000"/>
          </a:xfrm>
          <a:prstGeom prst="rect">
            <a:avLst/>
          </a:prstGeom>
          <a:noFill/>
          <a:ln>
            <a:noFill/>
          </a:ln>
        </p:spPr>
      </p:pic>
      <p:sp>
        <p:nvSpPr>
          <p:cNvPr id="24" name="Google Shape;24;p18"/>
          <p:cNvSpPr txBox="1"/>
          <p:nvPr>
            <p:ph type="title"/>
          </p:nvPr>
        </p:nvSpPr>
        <p:spPr>
          <a:xfrm>
            <a:off x="1083960" y="909720"/>
            <a:ext cx="3851640" cy="188748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 name="Google Shape;25;p1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
  <p:cSld name="CUSTOM_3">
    <p:bg>
      <p:bgPr>
        <a:solidFill>
          <a:schemeClr val="lt2"/>
        </a:solidFill>
      </p:bgPr>
    </p:bg>
    <p:spTree>
      <p:nvGrpSpPr>
        <p:cNvPr id="26" name="Shape 26"/>
        <p:cNvGrpSpPr/>
        <p:nvPr/>
      </p:nvGrpSpPr>
      <p:grpSpPr>
        <a:xfrm>
          <a:off x="0" y="0"/>
          <a:ext cx="0" cy="0"/>
          <a:chOff x="0" y="0"/>
          <a:chExt cx="0" cy="0"/>
        </a:xfrm>
      </p:grpSpPr>
      <p:pic>
        <p:nvPicPr>
          <p:cNvPr id="27" name="Google Shape;27;p19"/>
          <p:cNvPicPr preferRelativeResize="0"/>
          <p:nvPr/>
        </p:nvPicPr>
        <p:blipFill rotWithShape="1">
          <a:blip r:embed="rId2">
            <a:alphaModFix amt="20000"/>
          </a:blip>
          <a:srcRect b="0" l="0" r="15600" t="0"/>
          <a:stretch/>
        </p:blipFill>
        <p:spPr>
          <a:xfrm rot="-5400000">
            <a:off x="1995480" y="-2004480"/>
            <a:ext cx="5152320" cy="9153000"/>
          </a:xfrm>
          <a:prstGeom prst="rect">
            <a:avLst/>
          </a:prstGeom>
          <a:noFill/>
          <a:ln>
            <a:noFill/>
          </a:ln>
        </p:spPr>
      </p:pic>
      <p:sp>
        <p:nvSpPr>
          <p:cNvPr id="28" name="Google Shape;28;p19"/>
          <p:cNvSpPr txBox="1"/>
          <p:nvPr>
            <p:ph type="title"/>
          </p:nvPr>
        </p:nvSpPr>
        <p:spPr>
          <a:xfrm>
            <a:off x="713160" y="539640"/>
            <a:ext cx="7343640" cy="1044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 name="Google Shape;29;p19"/>
          <p:cNvSpPr/>
          <p:nvPr/>
        </p:nvSpPr>
        <p:spPr>
          <a:xfrm>
            <a:off x="713160" y="3587760"/>
            <a:ext cx="4763160" cy="6825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1200" u="none" cap="none" strike="noStrike">
                <a:solidFill>
                  <a:schemeClr val="dk2"/>
                </a:solidFill>
                <a:latin typeface="Trispace"/>
                <a:ea typeface="Trispace"/>
                <a:cs typeface="Trispace"/>
                <a:sym typeface="Trispace"/>
              </a:rPr>
              <a:t>CREDITS: This presentation template was created by </a:t>
            </a:r>
            <a:r>
              <a:rPr b="1" i="0" lang="en-US" sz="1200" u="sng" cap="none" strike="noStrike">
                <a:solidFill>
                  <a:schemeClr val="dk2"/>
                </a:solidFill>
                <a:latin typeface="Trispace"/>
                <a:ea typeface="Trispace"/>
                <a:cs typeface="Trispace"/>
                <a:sym typeface="Trispace"/>
                <a:hlinkClick r:id="rId3">
                  <a:extLst>
                    <a:ext uri="{A12FA001-AC4F-418D-AE19-62706E023703}">
                      <ahyp:hlinkClr val="tx"/>
                    </a:ext>
                  </a:extLst>
                </a:hlinkClick>
              </a:rPr>
              <a:t>Slidesgo</a:t>
            </a:r>
            <a:r>
              <a:rPr b="0" i="0" lang="en-US" sz="1200" u="none" cap="none" strike="noStrike">
                <a:solidFill>
                  <a:schemeClr val="dk2"/>
                </a:solidFill>
                <a:latin typeface="Trispace"/>
                <a:ea typeface="Trispace"/>
                <a:cs typeface="Trispace"/>
                <a:sym typeface="Trispace"/>
              </a:rPr>
              <a:t>, including icons, infographics &amp; images by </a:t>
            </a:r>
            <a:r>
              <a:rPr b="1" i="0" lang="en-US" sz="1200" u="sng" cap="none" strike="noStrike">
                <a:solidFill>
                  <a:schemeClr val="dk2"/>
                </a:solidFill>
                <a:latin typeface="Trispace"/>
                <a:ea typeface="Trispace"/>
                <a:cs typeface="Trispace"/>
                <a:sym typeface="Trispace"/>
                <a:hlinkClick r:id="rId4">
                  <a:extLst>
                    <a:ext uri="{A12FA001-AC4F-418D-AE19-62706E023703}">
                      <ahyp:hlinkClr val="tx"/>
                    </a:ext>
                  </a:extLst>
                </a:hlinkClick>
              </a:rPr>
              <a:t>Freepik</a:t>
            </a:r>
            <a:endParaRPr b="0" i="0" sz="12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2"/>
        </a:solidFill>
      </p:bgPr>
    </p:bg>
    <p:spTree>
      <p:nvGrpSpPr>
        <p:cNvPr id="30" name="Shape 30"/>
        <p:cNvGrpSpPr/>
        <p:nvPr/>
      </p:nvGrpSpPr>
      <p:grpSpPr>
        <a:xfrm>
          <a:off x="0" y="0"/>
          <a:ext cx="0" cy="0"/>
          <a:chOff x="0" y="0"/>
          <a:chExt cx="0" cy="0"/>
        </a:xfrm>
      </p:grpSpPr>
      <p:pic>
        <p:nvPicPr>
          <p:cNvPr id="31" name="Google Shape;31;p20"/>
          <p:cNvPicPr preferRelativeResize="0"/>
          <p:nvPr/>
        </p:nvPicPr>
        <p:blipFill rotWithShape="1">
          <a:blip r:embed="rId2">
            <a:alphaModFix amt="20000"/>
          </a:blip>
          <a:srcRect b="0" l="15600" r="0" t="0"/>
          <a:stretch/>
        </p:blipFill>
        <p:spPr>
          <a:xfrm rot="-5400000">
            <a:off x="1995480" y="-2004480"/>
            <a:ext cx="5152320" cy="9153000"/>
          </a:xfrm>
          <a:prstGeom prst="rect">
            <a:avLst/>
          </a:prstGeom>
          <a:noFill/>
          <a:ln>
            <a:noFill/>
          </a:ln>
        </p:spPr>
      </p:pic>
      <p:sp>
        <p:nvSpPr>
          <p:cNvPr id="32" name="Google Shape;32;p20"/>
          <p:cNvSpPr txBox="1"/>
          <p:nvPr>
            <p:ph hasCustomPrompt="1" type="title"/>
          </p:nvPr>
        </p:nvSpPr>
        <p:spPr>
          <a:xfrm>
            <a:off x="713160" y="1206360"/>
            <a:ext cx="7134120" cy="18100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dk1"/>
        </a:solidFill>
      </p:bgPr>
    </p:bg>
    <p:spTree>
      <p:nvGrpSpPr>
        <p:cNvPr id="33" name="Shape 3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2"/>
        </a:solidFill>
      </p:bgPr>
    </p:bg>
    <p:spTree>
      <p:nvGrpSpPr>
        <p:cNvPr id="34" name="Shape 34"/>
        <p:cNvGrpSpPr/>
        <p:nvPr/>
      </p:nvGrpSpPr>
      <p:grpSpPr>
        <a:xfrm>
          <a:off x="0" y="0"/>
          <a:ext cx="0" cy="0"/>
          <a:chOff x="0" y="0"/>
          <a:chExt cx="0" cy="0"/>
        </a:xfrm>
      </p:grpSpPr>
      <p:pic>
        <p:nvPicPr>
          <p:cNvPr id="35" name="Google Shape;35;p22"/>
          <p:cNvPicPr preferRelativeResize="0"/>
          <p:nvPr/>
        </p:nvPicPr>
        <p:blipFill rotWithShape="1">
          <a:blip r:embed="rId2">
            <a:alphaModFix amt="20000"/>
          </a:blip>
          <a:srcRect b="0" l="7797" r="7803" t="0"/>
          <a:stretch/>
        </p:blipFill>
        <p:spPr>
          <a:xfrm rot="-5400000">
            <a:off x="1995480" y="-2004480"/>
            <a:ext cx="5152320" cy="9153000"/>
          </a:xfrm>
          <a:prstGeom prst="rect">
            <a:avLst/>
          </a:prstGeom>
          <a:noFill/>
          <a:ln>
            <a:noFill/>
          </a:ln>
        </p:spPr>
      </p:pic>
      <p:sp>
        <p:nvSpPr>
          <p:cNvPr id="36" name="Google Shape;36;p22"/>
          <p:cNvSpPr txBox="1"/>
          <p:nvPr>
            <p:ph type="title"/>
          </p:nvPr>
        </p:nvSpPr>
        <p:spPr>
          <a:xfrm>
            <a:off x="1437840" y="1345320"/>
            <a:ext cx="313380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 name="Google Shape;37;p22"/>
          <p:cNvSpPr txBox="1"/>
          <p:nvPr>
            <p:ph idx="2" type="title"/>
          </p:nvPr>
        </p:nvSpPr>
        <p:spPr>
          <a:xfrm>
            <a:off x="713160" y="1345320"/>
            <a:ext cx="72432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22"/>
          <p:cNvSpPr txBox="1"/>
          <p:nvPr>
            <p:ph idx="3"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22"/>
          <p:cNvSpPr txBox="1"/>
          <p:nvPr>
            <p:ph idx="4" type="title"/>
          </p:nvPr>
        </p:nvSpPr>
        <p:spPr>
          <a:xfrm>
            <a:off x="1437840" y="2511360"/>
            <a:ext cx="3133800" cy="2955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 name="Google Shape;40;p22"/>
          <p:cNvSpPr txBox="1"/>
          <p:nvPr>
            <p:ph idx="5" type="title"/>
          </p:nvPr>
        </p:nvSpPr>
        <p:spPr>
          <a:xfrm>
            <a:off x="713160" y="2511360"/>
            <a:ext cx="724320" cy="2955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1" name="Google Shape;41;p22"/>
          <p:cNvSpPr txBox="1"/>
          <p:nvPr>
            <p:ph idx="6" type="title"/>
          </p:nvPr>
        </p:nvSpPr>
        <p:spPr>
          <a:xfrm>
            <a:off x="1437840" y="3676680"/>
            <a:ext cx="313380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2" name="Google Shape;42;p22"/>
          <p:cNvSpPr txBox="1"/>
          <p:nvPr>
            <p:ph idx="7" type="title"/>
          </p:nvPr>
        </p:nvSpPr>
        <p:spPr>
          <a:xfrm>
            <a:off x="713160" y="3676680"/>
            <a:ext cx="72432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3" name="Google Shape;43;p22"/>
          <p:cNvSpPr txBox="1"/>
          <p:nvPr>
            <p:ph idx="8" type="title"/>
          </p:nvPr>
        </p:nvSpPr>
        <p:spPr>
          <a:xfrm>
            <a:off x="5296680" y="1345320"/>
            <a:ext cx="313380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4" name="Google Shape;44;p22"/>
          <p:cNvSpPr txBox="1"/>
          <p:nvPr>
            <p:ph idx="9" type="title"/>
          </p:nvPr>
        </p:nvSpPr>
        <p:spPr>
          <a:xfrm>
            <a:off x="4572000" y="1345320"/>
            <a:ext cx="72432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5" name="Google Shape;45;p22"/>
          <p:cNvSpPr txBox="1"/>
          <p:nvPr>
            <p:ph idx="13" type="title"/>
          </p:nvPr>
        </p:nvSpPr>
        <p:spPr>
          <a:xfrm>
            <a:off x="5296680" y="2511360"/>
            <a:ext cx="3133800" cy="2955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6" name="Google Shape;46;p22"/>
          <p:cNvSpPr txBox="1"/>
          <p:nvPr>
            <p:ph idx="14" type="title"/>
          </p:nvPr>
        </p:nvSpPr>
        <p:spPr>
          <a:xfrm>
            <a:off x="4572000" y="2511360"/>
            <a:ext cx="724320" cy="2955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7" name="Google Shape;47;p22"/>
          <p:cNvSpPr txBox="1"/>
          <p:nvPr>
            <p:ph idx="15" type="title"/>
          </p:nvPr>
        </p:nvSpPr>
        <p:spPr>
          <a:xfrm>
            <a:off x="5296680" y="3676680"/>
            <a:ext cx="313380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8" name="Google Shape;48;p22"/>
          <p:cNvSpPr txBox="1"/>
          <p:nvPr>
            <p:ph idx="16" type="title"/>
          </p:nvPr>
        </p:nvSpPr>
        <p:spPr>
          <a:xfrm>
            <a:off x="4572000" y="3676680"/>
            <a:ext cx="724320" cy="295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
  <p:cSld name="BLANK_1_1">
    <p:bg>
      <p:bgPr>
        <a:solidFill>
          <a:schemeClr val="accent2"/>
        </a:solidFill>
      </p:bgPr>
    </p:bg>
    <p:spTree>
      <p:nvGrpSpPr>
        <p:cNvPr id="49" name="Shape 49"/>
        <p:cNvGrpSpPr/>
        <p:nvPr/>
      </p:nvGrpSpPr>
      <p:grpSpPr>
        <a:xfrm>
          <a:off x="0" y="0"/>
          <a:ext cx="0" cy="0"/>
          <a:chOff x="0" y="0"/>
          <a:chExt cx="0" cy="0"/>
        </a:xfrm>
      </p:grpSpPr>
      <p:pic>
        <p:nvPicPr>
          <p:cNvPr id="50" name="Google Shape;50;p23"/>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51" name="Google Shape;51;p23"/>
          <p:cNvSpPr txBox="1"/>
          <p:nvPr>
            <p:ph type="title"/>
          </p:nvPr>
        </p:nvSpPr>
        <p:spPr>
          <a:xfrm>
            <a:off x="713160" y="3439800"/>
            <a:ext cx="6734520" cy="439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p:cSld name="CUSTOM_4">
    <p:bg>
      <p:bgPr>
        <a:solidFill>
          <a:schemeClr val="lt1"/>
        </a:solidFill>
      </p:bgPr>
    </p:bg>
    <p:spTree>
      <p:nvGrpSpPr>
        <p:cNvPr id="52" name="Shape 52"/>
        <p:cNvGrpSpPr/>
        <p:nvPr/>
      </p:nvGrpSpPr>
      <p:grpSpPr>
        <a:xfrm>
          <a:off x="0" y="0"/>
          <a:ext cx="0" cy="0"/>
          <a:chOff x="0" y="0"/>
          <a:chExt cx="0" cy="0"/>
        </a:xfrm>
      </p:grpSpPr>
      <p:pic>
        <p:nvPicPr>
          <p:cNvPr id="53" name="Google Shape;53;p24"/>
          <p:cNvPicPr preferRelativeResize="0"/>
          <p:nvPr/>
        </p:nvPicPr>
        <p:blipFill rotWithShape="1">
          <a:blip r:embed="rId2">
            <a:alphaModFix amt="20000"/>
          </a:blip>
          <a:srcRect b="0" l="15600" r="0" t="0"/>
          <a:stretch/>
        </p:blipFill>
        <p:spPr>
          <a:xfrm rot="-5400000">
            <a:off x="1995480" y="-2004480"/>
            <a:ext cx="5152320" cy="9153000"/>
          </a:xfrm>
          <a:prstGeom prst="rect">
            <a:avLst/>
          </a:prstGeom>
          <a:noFill/>
          <a:ln>
            <a:noFill/>
          </a:ln>
        </p:spPr>
      </p:pic>
      <p:sp>
        <p:nvSpPr>
          <p:cNvPr id="54" name="Google Shape;54;p24"/>
          <p:cNvSpPr txBox="1"/>
          <p:nvPr>
            <p:ph type="title"/>
          </p:nvPr>
        </p:nvSpPr>
        <p:spPr>
          <a:xfrm>
            <a:off x="713160" y="1526040"/>
            <a:ext cx="3613320" cy="572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55" name="Shape 55"/>
        <p:cNvGrpSpPr/>
        <p:nvPr/>
      </p:nvGrpSpPr>
      <p:grpSpPr>
        <a:xfrm>
          <a:off x="0" y="0"/>
          <a:ext cx="0" cy="0"/>
          <a:chOff x="0" y="0"/>
          <a:chExt cx="0" cy="0"/>
        </a:xfrm>
      </p:grpSpPr>
      <p:pic>
        <p:nvPicPr>
          <p:cNvPr id="56" name="Google Shape;56;p25"/>
          <p:cNvPicPr preferRelativeResize="0"/>
          <p:nvPr/>
        </p:nvPicPr>
        <p:blipFill rotWithShape="1">
          <a:blip r:embed="rId2">
            <a:alphaModFix amt="20000"/>
          </a:blip>
          <a:srcRect b="0" l="7797" r="7803" t="0"/>
          <a:stretch/>
        </p:blipFill>
        <p:spPr>
          <a:xfrm rot="-5400000">
            <a:off x="1995480" y="-2004480"/>
            <a:ext cx="5152320" cy="9153000"/>
          </a:xfrm>
          <a:prstGeom prst="rect">
            <a:avLst/>
          </a:prstGeom>
          <a:noFill/>
          <a:ln>
            <a:noFill/>
          </a:ln>
        </p:spPr>
      </p:pic>
      <p:sp>
        <p:nvSpPr>
          <p:cNvPr id="57" name="Google Shape;57;p25"/>
          <p:cNvSpPr txBox="1"/>
          <p:nvPr>
            <p:ph type="title"/>
          </p:nvPr>
        </p:nvSpPr>
        <p:spPr>
          <a:xfrm>
            <a:off x="713160" y="2580840"/>
            <a:ext cx="2397600" cy="418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25"/>
          <p:cNvSpPr txBox="1"/>
          <p:nvPr>
            <p:ph idx="2" type="title"/>
          </p:nvPr>
        </p:nvSpPr>
        <p:spPr>
          <a:xfrm>
            <a:off x="3373200" y="2580840"/>
            <a:ext cx="2397600" cy="418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9" name="Google Shape;59;p25"/>
          <p:cNvSpPr txBox="1"/>
          <p:nvPr>
            <p:ph idx="3" type="title"/>
          </p:nvPr>
        </p:nvSpPr>
        <p:spPr>
          <a:xfrm>
            <a:off x="6032880" y="2580840"/>
            <a:ext cx="2397600" cy="418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0" name="Google Shape;60;p25"/>
          <p:cNvSpPr txBox="1"/>
          <p:nvPr>
            <p:ph idx="4"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accent2"/>
        </a:solidFill>
      </p:bgPr>
    </p:bg>
    <p:spTree>
      <p:nvGrpSpPr>
        <p:cNvPr id="61" name="Shape 61"/>
        <p:cNvGrpSpPr/>
        <p:nvPr/>
      </p:nvGrpSpPr>
      <p:grpSpPr>
        <a:xfrm>
          <a:off x="0" y="0"/>
          <a:ext cx="0" cy="0"/>
          <a:chOff x="0" y="0"/>
          <a:chExt cx="0" cy="0"/>
        </a:xfrm>
      </p:grpSpPr>
      <p:pic>
        <p:nvPicPr>
          <p:cNvPr id="62" name="Google Shape;62;p26"/>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63" name="Google Shape;63;p26"/>
          <p:cNvSpPr txBox="1"/>
          <p:nvPr>
            <p:ph type="title"/>
          </p:nvPr>
        </p:nvSpPr>
        <p:spPr>
          <a:xfrm>
            <a:off x="2308680" y="1461600"/>
            <a:ext cx="1977840" cy="420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4" name="Google Shape;64;p26"/>
          <p:cNvSpPr txBox="1"/>
          <p:nvPr>
            <p:ph idx="2" type="title"/>
          </p:nvPr>
        </p:nvSpPr>
        <p:spPr>
          <a:xfrm>
            <a:off x="5950440" y="1461600"/>
            <a:ext cx="1977840" cy="420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26"/>
          <p:cNvSpPr txBox="1"/>
          <p:nvPr>
            <p:ph idx="3" type="title"/>
          </p:nvPr>
        </p:nvSpPr>
        <p:spPr>
          <a:xfrm>
            <a:off x="2308680" y="3021480"/>
            <a:ext cx="1977840" cy="420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26"/>
          <p:cNvSpPr txBox="1"/>
          <p:nvPr>
            <p:ph idx="4" type="title"/>
          </p:nvPr>
        </p:nvSpPr>
        <p:spPr>
          <a:xfrm>
            <a:off x="5950440" y="3021480"/>
            <a:ext cx="1977840" cy="420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7" name="Google Shape;67;p26"/>
          <p:cNvSpPr txBox="1"/>
          <p:nvPr>
            <p:ph idx="5"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
  <p:cSld name="CUSTOM_7">
    <p:bg>
      <p:bgPr>
        <a:solidFill>
          <a:schemeClr val="lt2"/>
        </a:solidFill>
      </p:bgPr>
    </p:bg>
    <p:spTree>
      <p:nvGrpSpPr>
        <p:cNvPr id="68" name="Shape 68"/>
        <p:cNvGrpSpPr/>
        <p:nvPr/>
      </p:nvGrpSpPr>
      <p:grpSpPr>
        <a:xfrm>
          <a:off x="0" y="0"/>
          <a:ext cx="0" cy="0"/>
          <a:chOff x="0" y="0"/>
          <a:chExt cx="0" cy="0"/>
        </a:xfrm>
      </p:grpSpPr>
      <p:pic>
        <p:nvPicPr>
          <p:cNvPr id="69" name="Google Shape;69;p27"/>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70" name="Google Shape;70;p27"/>
          <p:cNvSpPr txBox="1"/>
          <p:nvPr>
            <p:ph type="title"/>
          </p:nvPr>
        </p:nvSpPr>
        <p:spPr>
          <a:xfrm>
            <a:off x="1848960" y="131580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1" name="Google Shape;71;p27"/>
          <p:cNvSpPr txBox="1"/>
          <p:nvPr>
            <p:ph idx="2" type="title"/>
          </p:nvPr>
        </p:nvSpPr>
        <p:spPr>
          <a:xfrm>
            <a:off x="5984280" y="131580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2" name="Google Shape;72;p27"/>
          <p:cNvSpPr txBox="1"/>
          <p:nvPr>
            <p:ph idx="3" type="title"/>
          </p:nvPr>
        </p:nvSpPr>
        <p:spPr>
          <a:xfrm>
            <a:off x="1848960" y="252684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27"/>
          <p:cNvSpPr txBox="1"/>
          <p:nvPr>
            <p:ph idx="4" type="title"/>
          </p:nvPr>
        </p:nvSpPr>
        <p:spPr>
          <a:xfrm>
            <a:off x="1848960" y="374652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4" name="Google Shape;74;p27"/>
          <p:cNvSpPr txBox="1"/>
          <p:nvPr>
            <p:ph idx="5" type="title"/>
          </p:nvPr>
        </p:nvSpPr>
        <p:spPr>
          <a:xfrm>
            <a:off x="5984280" y="252684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5" name="Google Shape;75;p27"/>
          <p:cNvSpPr txBox="1"/>
          <p:nvPr>
            <p:ph idx="6" type="title"/>
          </p:nvPr>
        </p:nvSpPr>
        <p:spPr>
          <a:xfrm>
            <a:off x="5984280" y="3746520"/>
            <a:ext cx="2328120" cy="3297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6" name="Google Shape;76;p27"/>
          <p:cNvSpPr txBox="1"/>
          <p:nvPr>
            <p:ph idx="7"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2"/>
        </a:solidFill>
      </p:bgPr>
    </p:bg>
    <p:spTree>
      <p:nvGrpSpPr>
        <p:cNvPr id="77" name="Shape 77"/>
        <p:cNvGrpSpPr/>
        <p:nvPr/>
      </p:nvGrpSpPr>
      <p:grpSpPr>
        <a:xfrm>
          <a:off x="0" y="0"/>
          <a:ext cx="0" cy="0"/>
          <a:chOff x="0" y="0"/>
          <a:chExt cx="0" cy="0"/>
        </a:xfrm>
      </p:grpSpPr>
      <p:pic>
        <p:nvPicPr>
          <p:cNvPr id="78" name="Google Shape;78;p28"/>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79" name="Google Shape;79;p28"/>
          <p:cNvSpPr txBox="1"/>
          <p:nvPr>
            <p:ph type="title"/>
          </p:nvPr>
        </p:nvSpPr>
        <p:spPr>
          <a:xfrm>
            <a:off x="2286360" y="1784160"/>
            <a:ext cx="6640920" cy="1044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0" name="Google Shape;80;p28"/>
          <p:cNvSpPr txBox="1"/>
          <p:nvPr>
            <p:ph idx="2" type="title"/>
          </p:nvPr>
        </p:nvSpPr>
        <p:spPr>
          <a:xfrm>
            <a:off x="582480" y="1784160"/>
            <a:ext cx="1658520" cy="1044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bg>
      <p:bgPr>
        <a:solidFill>
          <a:schemeClr val="lt2"/>
        </a:solidFill>
      </p:bgPr>
    </p:bg>
    <p:spTree>
      <p:nvGrpSpPr>
        <p:cNvPr id="81" name="Shape 81"/>
        <p:cNvGrpSpPr/>
        <p:nvPr/>
      </p:nvGrpSpPr>
      <p:grpSpPr>
        <a:xfrm>
          <a:off x="0" y="0"/>
          <a:ext cx="0" cy="0"/>
          <a:chOff x="0" y="0"/>
          <a:chExt cx="0" cy="0"/>
        </a:xfrm>
      </p:grpSpPr>
      <p:pic>
        <p:nvPicPr>
          <p:cNvPr id="82" name="Google Shape;82;p29"/>
          <p:cNvPicPr preferRelativeResize="0"/>
          <p:nvPr/>
        </p:nvPicPr>
        <p:blipFill rotWithShape="1">
          <a:blip r:embed="rId2">
            <a:alphaModFix amt="20000"/>
          </a:blip>
          <a:srcRect b="0" l="0" r="15600" t="0"/>
          <a:stretch/>
        </p:blipFill>
        <p:spPr>
          <a:xfrm rot="-5400000">
            <a:off x="1995480" y="-2004480"/>
            <a:ext cx="5152320" cy="9153000"/>
          </a:xfrm>
          <a:prstGeom prst="rect">
            <a:avLst/>
          </a:prstGeom>
          <a:noFill/>
          <a:ln>
            <a:noFill/>
          </a:ln>
        </p:spPr>
      </p:pic>
      <p:sp>
        <p:nvSpPr>
          <p:cNvPr id="83" name="Google Shape;83;p29"/>
          <p:cNvSpPr txBox="1"/>
          <p:nvPr>
            <p:ph type="title"/>
          </p:nvPr>
        </p:nvSpPr>
        <p:spPr>
          <a:xfrm>
            <a:off x="713160" y="1017000"/>
            <a:ext cx="4696560" cy="855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4" name="Google Shape;84;p29"/>
          <p:cNvSpPr txBox="1"/>
          <p:nvPr>
            <p:ph idx="2" type="title"/>
          </p:nvPr>
        </p:nvSpPr>
        <p:spPr>
          <a:xfrm>
            <a:off x="3733920" y="2784960"/>
            <a:ext cx="4696560" cy="855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p:cSld name="CUSTOM_10">
    <p:bg>
      <p:bgPr>
        <a:solidFill>
          <a:schemeClr val="lt1"/>
        </a:solidFill>
      </p:bgPr>
    </p:bg>
    <p:spTree>
      <p:nvGrpSpPr>
        <p:cNvPr id="85" name="Shape 85"/>
        <p:cNvGrpSpPr/>
        <p:nvPr/>
      </p:nvGrpSpPr>
      <p:grpSpPr>
        <a:xfrm>
          <a:off x="0" y="0"/>
          <a:ext cx="0" cy="0"/>
          <a:chOff x="0" y="0"/>
          <a:chExt cx="0" cy="0"/>
        </a:xfrm>
      </p:grpSpPr>
      <p:pic>
        <p:nvPicPr>
          <p:cNvPr id="86" name="Google Shape;86;p30"/>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87" name="Google Shape;87;p30"/>
          <p:cNvSpPr txBox="1"/>
          <p:nvPr>
            <p:ph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p:cSld name="CUSTOM_11">
    <p:bg>
      <p:bgPr>
        <a:solidFill>
          <a:schemeClr val="accent2"/>
        </a:solidFill>
      </p:bgPr>
    </p:bg>
    <p:spTree>
      <p:nvGrpSpPr>
        <p:cNvPr id="88" name="Shape 88"/>
        <p:cNvGrpSpPr/>
        <p:nvPr/>
      </p:nvGrpSpPr>
      <p:grpSpPr>
        <a:xfrm>
          <a:off x="0" y="0"/>
          <a:ext cx="0" cy="0"/>
          <a:chOff x="0" y="0"/>
          <a:chExt cx="0" cy="0"/>
        </a:xfrm>
      </p:grpSpPr>
      <p:pic>
        <p:nvPicPr>
          <p:cNvPr id="89" name="Google Shape;89;p31"/>
          <p:cNvPicPr preferRelativeResize="0"/>
          <p:nvPr/>
        </p:nvPicPr>
        <p:blipFill rotWithShape="1">
          <a:blip r:embed="rId2">
            <a:alphaModFix amt="20000"/>
          </a:blip>
          <a:srcRect b="0" l="0" r="15600" t="0"/>
          <a:stretch/>
        </p:blipFill>
        <p:spPr>
          <a:xfrm rot="-5400000">
            <a:off x="1995480" y="-2004480"/>
            <a:ext cx="5152320" cy="9153000"/>
          </a:xfrm>
          <a:prstGeom prst="rect">
            <a:avLst/>
          </a:prstGeom>
          <a:noFill/>
          <a:ln>
            <a:noFill/>
          </a:ln>
        </p:spPr>
      </p:pic>
      <p:sp>
        <p:nvSpPr>
          <p:cNvPr id="90" name="Google Shape;90;p31"/>
          <p:cNvSpPr txBox="1"/>
          <p:nvPr>
            <p:ph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accent2"/>
        </a:solidFill>
      </p:bgPr>
    </p:bg>
    <p:spTree>
      <p:nvGrpSpPr>
        <p:cNvPr id="91" name="Shape 91"/>
        <p:cNvGrpSpPr/>
        <p:nvPr/>
      </p:nvGrpSpPr>
      <p:grpSpPr>
        <a:xfrm>
          <a:off x="0" y="0"/>
          <a:ext cx="0" cy="0"/>
          <a:chOff x="0" y="0"/>
          <a:chExt cx="0" cy="0"/>
        </a:xfrm>
      </p:grpSpPr>
      <p:pic>
        <p:nvPicPr>
          <p:cNvPr id="92" name="Google Shape;92;p32"/>
          <p:cNvPicPr preferRelativeResize="0"/>
          <p:nvPr/>
        </p:nvPicPr>
        <p:blipFill rotWithShape="1">
          <a:blip r:embed="rId2">
            <a:alphaModFix amt="20000"/>
          </a:blip>
          <a:srcRect b="0" l="18823" r="18824" t="26124"/>
          <a:stretch/>
        </p:blipFill>
        <p:spPr>
          <a:xfrm rot="-5400000">
            <a:off x="1995480" y="-2004480"/>
            <a:ext cx="5152320" cy="9153000"/>
          </a:xfrm>
          <a:prstGeom prst="rect">
            <a:avLst/>
          </a:prstGeom>
          <a:noFill/>
          <a:ln>
            <a:noFill/>
          </a:ln>
        </p:spPr>
      </p:pic>
      <p:sp>
        <p:nvSpPr>
          <p:cNvPr id="93" name="Google Shape;93;p32"/>
          <p:cNvSpPr/>
          <p:nvPr/>
        </p:nvSpPr>
        <p:spPr>
          <a:xfrm>
            <a:off x="713160" y="362520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SOP</a:t>
            </a:r>
            <a:endParaRPr b="0" i="0" sz="1800" u="none" cap="none" strike="noStrike">
              <a:solidFill>
                <a:srgbClr val="FFFFFF"/>
              </a:solidFill>
              <a:latin typeface="Noto Sans Symbols"/>
              <a:ea typeface="Noto Sans Symbols"/>
              <a:cs typeface="Noto Sans Symbols"/>
              <a:sym typeface="Noto Sans Symbols"/>
            </a:endParaRPr>
          </a:p>
        </p:txBody>
      </p:sp>
      <p:sp>
        <p:nvSpPr>
          <p:cNvPr id="94" name="Google Shape;94;p32"/>
          <p:cNvSpPr/>
          <p:nvPr/>
        </p:nvSpPr>
        <p:spPr>
          <a:xfrm>
            <a:off x="713160" y="416700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Strategy</a:t>
            </a:r>
            <a:endParaRPr b="0" i="0" sz="1800" u="none" cap="none" strike="noStrike">
              <a:solidFill>
                <a:srgbClr val="FFFFFF"/>
              </a:solidFill>
              <a:latin typeface="Noto Sans Symbols"/>
              <a:ea typeface="Noto Sans Symbols"/>
              <a:cs typeface="Noto Sans Symbols"/>
              <a:sym typeface="Noto Sans Symbols"/>
            </a:endParaRPr>
          </a:p>
        </p:txBody>
      </p:sp>
      <p:sp>
        <p:nvSpPr>
          <p:cNvPr id="95" name="Google Shape;95;p32"/>
          <p:cNvSpPr/>
          <p:nvPr/>
        </p:nvSpPr>
        <p:spPr>
          <a:xfrm>
            <a:off x="6355080" y="53964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1"/>
                </a:solidFill>
                <a:latin typeface="Trispace"/>
                <a:ea typeface="Trispace"/>
                <a:cs typeface="Trispace"/>
                <a:sym typeface="Trispace"/>
              </a:rPr>
              <a:t>Marketing</a:t>
            </a:r>
            <a:endParaRPr b="0" i="0" sz="1800" u="none" cap="none" strike="noStrike">
              <a:solidFill>
                <a:srgbClr val="FFFFFF"/>
              </a:solidFill>
              <a:latin typeface="Noto Sans Symbols"/>
              <a:ea typeface="Noto Sans Symbols"/>
              <a:cs typeface="Noto Sans Symbols"/>
              <a:sym typeface="Noto Sans Symbols"/>
            </a:endParaRPr>
          </a:p>
        </p:txBody>
      </p:sp>
      <p:sp>
        <p:nvSpPr>
          <p:cNvPr id="96" name="Google Shape;96;p32"/>
          <p:cNvSpPr/>
          <p:nvPr/>
        </p:nvSpPr>
        <p:spPr>
          <a:xfrm>
            <a:off x="6355080" y="108144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Plan</a:t>
            </a:r>
            <a:endParaRPr b="0" i="0" sz="1800" u="none" cap="none" strike="noStrike">
              <a:solidFill>
                <a:srgbClr val="FFFFFF"/>
              </a:solidFill>
              <a:latin typeface="Noto Sans Symbols"/>
              <a:ea typeface="Noto Sans Symbols"/>
              <a:cs typeface="Noto Sans Symbols"/>
              <a:sym typeface="Noto Sans Symbols"/>
            </a:endParaRPr>
          </a:p>
        </p:txBody>
      </p:sp>
      <p:sp>
        <p:nvSpPr>
          <p:cNvPr id="97" name="Google Shape;97;p32"/>
          <p:cNvSpPr/>
          <p:nvPr/>
        </p:nvSpPr>
        <p:spPr>
          <a:xfrm>
            <a:off x="4198320" y="539640"/>
            <a:ext cx="2075400" cy="441360"/>
          </a:xfrm>
          <a:prstGeom prst="ellipse">
            <a:avLst/>
          </a:prstGeom>
          <a:noFill/>
          <a:ln cap="flat" cmpd="sng" w="9525">
            <a:solidFill>
              <a:srgbClr val="3540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1"/>
                </a:solidFill>
                <a:latin typeface="Trispace"/>
                <a:ea typeface="Trispace"/>
                <a:cs typeface="Trispace"/>
                <a:sym typeface="Trispace"/>
              </a:rPr>
              <a:t>Vision</a:t>
            </a:r>
            <a:endParaRPr b="0" i="0" sz="18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2">
  <p:cSld name="CUSTOM_12">
    <p:bg>
      <p:bgPr>
        <a:solidFill>
          <a:schemeClr val="lt2"/>
        </a:solidFill>
      </p:bgPr>
    </p:bg>
    <p:spTree>
      <p:nvGrpSpPr>
        <p:cNvPr id="98" name="Shape 98"/>
        <p:cNvGrpSpPr/>
        <p:nvPr/>
      </p:nvGrpSpPr>
      <p:grpSpPr>
        <a:xfrm>
          <a:off x="0" y="0"/>
          <a:ext cx="0" cy="0"/>
          <a:chOff x="0" y="0"/>
          <a:chExt cx="0" cy="0"/>
        </a:xfrm>
      </p:grpSpPr>
      <p:pic>
        <p:nvPicPr>
          <p:cNvPr id="99" name="Google Shape;99;p33"/>
          <p:cNvPicPr preferRelativeResize="0"/>
          <p:nvPr/>
        </p:nvPicPr>
        <p:blipFill rotWithShape="1">
          <a:blip r:embed="rId2">
            <a:alphaModFix amt="20000"/>
          </a:blip>
          <a:srcRect b="5953" l="12823" r="12829" t="5953"/>
          <a:stretch/>
        </p:blipFill>
        <p:spPr>
          <a:xfrm rot="5400000">
            <a:off x="1995840" y="-2004840"/>
            <a:ext cx="5152320" cy="9153000"/>
          </a:xfrm>
          <a:prstGeom prst="rect">
            <a:avLst/>
          </a:prstGeom>
          <a:noFill/>
          <a:ln>
            <a:noFill/>
          </a:ln>
        </p:spPr>
      </p:pic>
      <p:sp>
        <p:nvSpPr>
          <p:cNvPr id="100" name="Google Shape;100;p33"/>
          <p:cNvSpPr/>
          <p:nvPr/>
        </p:nvSpPr>
        <p:spPr>
          <a:xfrm>
            <a:off x="6355080" y="3625200"/>
            <a:ext cx="2075400" cy="441360"/>
          </a:xfrm>
          <a:prstGeom prst="ellipse">
            <a:avLst/>
          </a:prstGeom>
          <a:noFill/>
          <a:ln cap="flat" cmpd="sng" w="9525">
            <a:solidFill>
              <a:srgbClr val="A8533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accent2"/>
                </a:solidFill>
                <a:latin typeface="Trispace"/>
                <a:ea typeface="Trispace"/>
                <a:cs typeface="Trispace"/>
                <a:sym typeface="Trispace"/>
              </a:rPr>
              <a:t>Analysis</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33"/>
          <p:cNvSpPr/>
          <p:nvPr/>
        </p:nvSpPr>
        <p:spPr>
          <a:xfrm>
            <a:off x="6355080" y="416700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Strategy</a:t>
            </a:r>
            <a:endParaRPr b="0" i="0" sz="1800" u="none" cap="none" strike="noStrike">
              <a:solidFill>
                <a:srgbClr val="000000"/>
              </a:solidFill>
              <a:latin typeface="Noto Sans Symbols"/>
              <a:ea typeface="Noto Sans Symbols"/>
              <a:cs typeface="Noto Sans Symbols"/>
              <a:sym typeface="Noto Sans Symbols"/>
            </a:endParaRPr>
          </a:p>
        </p:txBody>
      </p:sp>
      <p:sp>
        <p:nvSpPr>
          <p:cNvPr id="102" name="Google Shape;102;p33"/>
          <p:cNvSpPr/>
          <p:nvPr/>
        </p:nvSpPr>
        <p:spPr>
          <a:xfrm>
            <a:off x="4198320" y="4167000"/>
            <a:ext cx="2075400" cy="441360"/>
          </a:xfrm>
          <a:prstGeom prst="ellipse">
            <a:avLst/>
          </a:prstGeom>
          <a:noFill/>
          <a:ln cap="flat" cmpd="sng" w="9525">
            <a:solidFill>
              <a:srgbClr val="A8533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1"/>
                </a:solidFill>
                <a:latin typeface="Trispace"/>
                <a:ea typeface="Trispace"/>
                <a:cs typeface="Trispace"/>
                <a:sym typeface="Trispace"/>
              </a:rPr>
              <a:t>Plan</a:t>
            </a:r>
            <a:endParaRPr b="0" i="0" sz="1800" u="none" cap="none" strike="noStrike">
              <a:solidFill>
                <a:srgbClr val="000000"/>
              </a:solidFill>
              <a:latin typeface="Noto Sans Symbols"/>
              <a:ea typeface="Noto Sans Symbols"/>
              <a:cs typeface="Noto Sans Symbols"/>
              <a:sym typeface="Noto Sans Symbols"/>
            </a:endParaRPr>
          </a:p>
        </p:txBody>
      </p:sp>
      <p:sp>
        <p:nvSpPr>
          <p:cNvPr id="103" name="Google Shape;103;p33"/>
          <p:cNvSpPr/>
          <p:nvPr/>
        </p:nvSpPr>
        <p:spPr>
          <a:xfrm>
            <a:off x="4198320" y="3625200"/>
            <a:ext cx="2075400" cy="441360"/>
          </a:xfrm>
          <a:prstGeom prst="ellipse">
            <a:avLst/>
          </a:prstGeom>
          <a:noFill/>
          <a:ln cap="flat" cmpd="sng" w="9525">
            <a:solidFill>
              <a:srgbClr val="3540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Vision</a:t>
            </a:r>
            <a:endParaRPr b="0" i="0" sz="1800" u="none" cap="none" strike="noStrike">
              <a:solidFill>
                <a:srgbClr val="000000"/>
              </a:solidFill>
              <a:latin typeface="Noto Sans Symbols"/>
              <a:ea typeface="Noto Sans Symbols"/>
              <a:cs typeface="Noto Sans Symbols"/>
              <a:sym typeface="Noto Sans Symbols"/>
            </a:endParaRPr>
          </a:p>
        </p:txBody>
      </p:sp>
      <p:sp>
        <p:nvSpPr>
          <p:cNvPr id="104" name="Google Shape;104;p33"/>
          <p:cNvSpPr/>
          <p:nvPr/>
        </p:nvSpPr>
        <p:spPr>
          <a:xfrm>
            <a:off x="6355080" y="308304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accent2"/>
                </a:solidFill>
                <a:latin typeface="Trispace"/>
                <a:ea typeface="Trispace"/>
                <a:cs typeface="Trispace"/>
                <a:sym typeface="Trispace"/>
              </a:rPr>
              <a:t>SOP</a:t>
            </a:r>
            <a:endParaRPr b="0" i="0" sz="1800" u="none" cap="none" strike="noStrike">
              <a:solidFill>
                <a:srgbClr val="000000"/>
              </a:solidFill>
              <a:latin typeface="Noto Sans Symbols"/>
              <a:ea typeface="Noto Sans Symbols"/>
              <a:cs typeface="Noto Sans Symbols"/>
              <a:sym typeface="Noto Sans Symbols"/>
            </a:endParaRPr>
          </a:p>
        </p:txBody>
      </p:sp>
      <p:sp>
        <p:nvSpPr>
          <p:cNvPr id="105" name="Google Shape;105;p33"/>
          <p:cNvSpPr/>
          <p:nvPr/>
        </p:nvSpPr>
        <p:spPr>
          <a:xfrm>
            <a:off x="713160" y="539640"/>
            <a:ext cx="2075400" cy="44136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none" cap="none" strike="noStrike">
                <a:solidFill>
                  <a:schemeClr val="dk2"/>
                </a:solidFill>
                <a:latin typeface="Trispace"/>
                <a:ea typeface="Trispace"/>
                <a:cs typeface="Trispace"/>
                <a:sym typeface="Trispace"/>
              </a:rPr>
              <a:t>Goals</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accent2"/>
        </a:solidFill>
      </p:bgPr>
    </p:bg>
    <p:spTree>
      <p:nvGrpSpPr>
        <p:cNvPr id="106" name="Shape 106"/>
        <p:cNvGrpSpPr/>
        <p:nvPr/>
      </p:nvGrpSpPr>
      <p:grpSpPr>
        <a:xfrm>
          <a:off x="0" y="0"/>
          <a:ext cx="0" cy="0"/>
          <a:chOff x="0" y="0"/>
          <a:chExt cx="0" cy="0"/>
        </a:xfrm>
      </p:grpSpPr>
      <p:pic>
        <p:nvPicPr>
          <p:cNvPr id="107" name="Google Shape;107;p34"/>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108" name="Google Shape;108;p34"/>
          <p:cNvSpPr txBox="1"/>
          <p:nvPr>
            <p:ph type="title"/>
          </p:nvPr>
        </p:nvSpPr>
        <p:spPr>
          <a:xfrm>
            <a:off x="3796920" y="1171800"/>
            <a:ext cx="2742120" cy="436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 name="Google Shape;109;p34"/>
          <p:cNvSpPr txBox="1"/>
          <p:nvPr>
            <p:ph idx="2" type="title"/>
          </p:nvPr>
        </p:nvSpPr>
        <p:spPr>
          <a:xfrm>
            <a:off x="3796920" y="2730600"/>
            <a:ext cx="2742120" cy="436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0" name="Google Shape;110;p34"/>
          <p:cNvSpPr txBox="1"/>
          <p:nvPr>
            <p:ph idx="3"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2"/>
        </a:solidFill>
      </p:bgPr>
    </p:bg>
    <p:spTree>
      <p:nvGrpSpPr>
        <p:cNvPr id="111" name="Shape 111"/>
        <p:cNvGrpSpPr/>
        <p:nvPr/>
      </p:nvGrpSpPr>
      <p:grpSpPr>
        <a:xfrm>
          <a:off x="0" y="0"/>
          <a:ext cx="0" cy="0"/>
          <a:chOff x="0" y="0"/>
          <a:chExt cx="0" cy="0"/>
        </a:xfrm>
      </p:grpSpPr>
      <p:pic>
        <p:nvPicPr>
          <p:cNvPr id="112" name="Google Shape;112;p35"/>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113" name="Google Shape;113;p35"/>
          <p:cNvSpPr txBox="1"/>
          <p:nvPr>
            <p:ph type="title"/>
          </p:nvPr>
        </p:nvSpPr>
        <p:spPr>
          <a:xfrm>
            <a:off x="713160" y="539640"/>
            <a:ext cx="7717320" cy="4777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accent2"/>
        </a:solidFill>
      </p:bgPr>
    </p:bg>
    <p:spTree>
      <p:nvGrpSpPr>
        <p:cNvPr id="114" name="Shape 114"/>
        <p:cNvGrpSpPr/>
        <p:nvPr/>
      </p:nvGrpSpPr>
      <p:grpSpPr>
        <a:xfrm>
          <a:off x="0" y="0"/>
          <a:ext cx="0" cy="0"/>
          <a:chOff x="0" y="0"/>
          <a:chExt cx="0" cy="0"/>
        </a:xfrm>
      </p:grpSpPr>
      <p:pic>
        <p:nvPicPr>
          <p:cNvPr id="115" name="Google Shape;115;p36"/>
          <p:cNvPicPr preferRelativeResize="0"/>
          <p:nvPr/>
        </p:nvPicPr>
        <p:blipFill rotWithShape="1">
          <a:blip r:embed="rId2">
            <a:alphaModFix amt="20000"/>
          </a:blip>
          <a:srcRect b="0" l="7797" r="7803" t="0"/>
          <a:stretch/>
        </p:blipFill>
        <p:spPr>
          <a:xfrm rot="5400000">
            <a:off x="1995840" y="-2004840"/>
            <a:ext cx="5152320" cy="9153000"/>
          </a:xfrm>
          <a:prstGeom prst="rect">
            <a:avLst/>
          </a:prstGeom>
          <a:noFill/>
          <a:ln>
            <a:noFill/>
          </a:ln>
        </p:spPr>
      </p:pic>
      <p:sp>
        <p:nvSpPr>
          <p:cNvPr id="116" name="Google Shape;116;p36"/>
          <p:cNvSpPr txBox="1"/>
          <p:nvPr>
            <p:ph type="title"/>
          </p:nvPr>
        </p:nvSpPr>
        <p:spPr>
          <a:xfrm>
            <a:off x="713160" y="914760"/>
            <a:ext cx="4857480" cy="908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117" name="Shape 117"/>
        <p:cNvGrpSpPr/>
        <p:nvPr/>
      </p:nvGrpSpPr>
      <p:grpSpPr>
        <a:xfrm>
          <a:off x="0" y="0"/>
          <a:ext cx="0" cy="0"/>
          <a:chOff x="0" y="0"/>
          <a:chExt cx="0" cy="0"/>
        </a:xfrm>
      </p:grpSpPr>
      <p:pic>
        <p:nvPicPr>
          <p:cNvPr id="118" name="Google Shape;118;p37"/>
          <p:cNvPicPr preferRelativeResize="0"/>
          <p:nvPr/>
        </p:nvPicPr>
        <p:blipFill rotWithShape="1">
          <a:blip r:embed="rId2">
            <a:alphaModFix amt="20000"/>
          </a:blip>
          <a:srcRect b="0" l="7797" r="7803" t="0"/>
          <a:stretch/>
        </p:blipFill>
        <p:spPr>
          <a:xfrm rot="-5400000">
            <a:off x="1995480" y="-2004480"/>
            <a:ext cx="5152320" cy="9153000"/>
          </a:xfrm>
          <a:prstGeom prst="rect">
            <a:avLst/>
          </a:prstGeom>
          <a:noFill/>
          <a:ln>
            <a:noFill/>
          </a:ln>
        </p:spPr>
      </p:pic>
      <p:sp>
        <p:nvSpPr>
          <p:cNvPr id="119" name="Google Shape;119;p37"/>
          <p:cNvSpPr txBox="1"/>
          <p:nvPr>
            <p:ph type="title"/>
          </p:nvPr>
        </p:nvSpPr>
        <p:spPr>
          <a:xfrm>
            <a:off x="713160" y="824400"/>
            <a:ext cx="7717320" cy="17470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2"/>
        </a:solidFill>
      </p:bgPr>
    </p:bg>
    <p:spTree>
      <p:nvGrpSpPr>
        <p:cNvPr id="120" name="Shape 120"/>
        <p:cNvGrpSpPr/>
        <p:nvPr/>
      </p:nvGrpSpPr>
      <p:grpSpPr>
        <a:xfrm>
          <a:off x="0" y="0"/>
          <a:ext cx="0" cy="0"/>
          <a:chOff x="0" y="0"/>
          <a:chExt cx="0" cy="0"/>
        </a:xfrm>
      </p:grpSpPr>
      <p:sp>
        <p:nvSpPr>
          <p:cNvPr id="121" name="Google Shape;121;p38"/>
          <p:cNvSpPr txBox="1"/>
          <p:nvPr>
            <p:ph type="title"/>
          </p:nvPr>
        </p:nvSpPr>
        <p:spPr>
          <a:xfrm>
            <a:off x="5134320" y="817560"/>
            <a:ext cx="3296160" cy="19202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pic>
        <p:nvPicPr>
          <p:cNvPr id="122" name="Google Shape;122;p38"/>
          <p:cNvPicPr preferRelativeResize="0"/>
          <p:nvPr/>
        </p:nvPicPr>
        <p:blipFill rotWithShape="1">
          <a:blip r:embed="rId2">
            <a:alphaModFix amt="10000"/>
          </a:blip>
          <a:srcRect b="0" l="15600" r="0" t="0"/>
          <a:stretch/>
        </p:blipFill>
        <p:spPr>
          <a:xfrm rot="-5400000">
            <a:off x="1995480" y="-2004480"/>
            <a:ext cx="5152320" cy="9153000"/>
          </a:xfrm>
          <a:prstGeom prst="rect">
            <a:avLst/>
          </a:prstGeom>
          <a:noFill/>
          <a:ln>
            <a:noFill/>
          </a:ln>
        </p:spPr>
      </p:pic>
      <p:pic>
        <p:nvPicPr>
          <p:cNvPr id="123" name="Google Shape;123;p38"/>
          <p:cNvPicPr preferRelativeResize="0"/>
          <p:nvPr/>
        </p:nvPicPr>
        <p:blipFill rotWithShape="1">
          <a:blip r:embed="rId2">
            <a:alphaModFix amt="10000"/>
          </a:blip>
          <a:srcRect b="0" l="15600" r="0" t="0"/>
          <a:stretch/>
        </p:blipFill>
        <p:spPr>
          <a:xfrm rot="5400000">
            <a:off x="1995840" y="-2004840"/>
            <a:ext cx="5152320" cy="9153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
          <p:cNvSpPr txBox="1"/>
          <p:nvPr>
            <p:ph type="title"/>
          </p:nvPr>
        </p:nvSpPr>
        <p:spPr>
          <a:xfrm>
            <a:off x="0" y="152675"/>
            <a:ext cx="9144000" cy="5143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dk1"/>
              </a:buClr>
              <a:buSzPts val="4500"/>
              <a:buFont typeface="Dela Gothic One"/>
              <a:buNone/>
            </a:pPr>
            <a:r>
              <a:rPr lang="en-US" sz="4500">
                <a:solidFill>
                  <a:schemeClr val="dk1"/>
                </a:solidFill>
                <a:latin typeface="Dela Gothic One"/>
                <a:ea typeface="Dela Gothic One"/>
                <a:cs typeface="Dela Gothic One"/>
                <a:sym typeface="Dela Gothic One"/>
              </a:rPr>
              <a:t>Program Coordination Case Study:</a:t>
            </a:r>
            <a:endParaRPr sz="4500">
              <a:solidFill>
                <a:schemeClr val="dk1"/>
              </a:solidFill>
              <a:latin typeface="Dela Gothic One"/>
              <a:ea typeface="Dela Gothic One"/>
              <a:cs typeface="Dela Gothic One"/>
              <a:sym typeface="Dela Gothic One"/>
            </a:endParaRPr>
          </a:p>
          <a:p>
            <a:pPr indent="0" lvl="0" marL="0" rtl="0" algn="ctr">
              <a:lnSpc>
                <a:spcPct val="100000"/>
              </a:lnSpc>
              <a:spcBef>
                <a:spcPts val="0"/>
              </a:spcBef>
              <a:spcAft>
                <a:spcPts val="0"/>
              </a:spcAft>
              <a:buClr>
                <a:schemeClr val="dk1"/>
              </a:buClr>
              <a:buSzPts val="4500"/>
              <a:buFont typeface="Dela Gothic One"/>
              <a:buNone/>
            </a:pPr>
            <a:r>
              <a:rPr lang="en-US" sz="4500">
                <a:solidFill>
                  <a:schemeClr val="dk1"/>
                </a:solidFill>
                <a:latin typeface="Dela Gothic One"/>
                <a:ea typeface="Dela Gothic One"/>
                <a:cs typeface="Dela Gothic One"/>
                <a:sym typeface="Dela Gothic One"/>
              </a:rPr>
              <a:t>Youth STEM Operations</a:t>
            </a:r>
            <a:endParaRPr sz="4500">
              <a:solidFill>
                <a:schemeClr val="dk1"/>
              </a:solidFill>
              <a:latin typeface="Dela Gothic One"/>
              <a:ea typeface="Dela Gothic One"/>
              <a:cs typeface="Dela Gothic One"/>
              <a:sym typeface="Dela Gothic One"/>
            </a:endParaRPr>
          </a:p>
          <a:p>
            <a:pPr indent="0" lvl="0" marL="0" rtl="0" algn="ctr">
              <a:lnSpc>
                <a:spcPct val="100000"/>
              </a:lnSpc>
              <a:spcBef>
                <a:spcPts val="0"/>
              </a:spcBef>
              <a:spcAft>
                <a:spcPts val="0"/>
              </a:spcAft>
              <a:buClr>
                <a:schemeClr val="dk1"/>
              </a:buClr>
              <a:buSzPts val="4500"/>
              <a:buFont typeface="Dela Gothic One"/>
              <a:buNone/>
            </a:pPr>
            <a:r>
              <a:t/>
            </a:r>
            <a:endParaRPr sz="4500">
              <a:solidFill>
                <a:schemeClr val="dk1"/>
              </a:solidFill>
              <a:latin typeface="Dela Gothic One"/>
              <a:ea typeface="Dela Gothic One"/>
              <a:cs typeface="Dela Gothic One"/>
              <a:sym typeface="Dela Gothic One"/>
            </a:endParaRPr>
          </a:p>
        </p:txBody>
      </p:sp>
      <p:sp>
        <p:nvSpPr>
          <p:cNvPr id="129" name="Google Shape;129;p2"/>
          <p:cNvSpPr txBox="1"/>
          <p:nvPr>
            <p:ph idx="1" type="subTitle"/>
          </p:nvPr>
        </p:nvSpPr>
        <p:spPr>
          <a:xfrm>
            <a:off x="5169250" y="4243800"/>
            <a:ext cx="3880800" cy="899700"/>
          </a:xfrm>
          <a:prstGeom prst="rect">
            <a:avLst/>
          </a:prstGeom>
          <a:noFill/>
          <a:ln>
            <a:noFill/>
          </a:ln>
        </p:spPr>
        <p:txBody>
          <a:bodyPr anchorCtr="0" anchor="t" bIns="91425" lIns="91425" spcFirstLastPara="1" rIns="91425" wrap="square" tIns="91425">
            <a:normAutofit fontScale="92500"/>
          </a:bodyPr>
          <a:lstStyle/>
          <a:p>
            <a:pPr indent="0" lvl="0" marL="0" marR="0" rtl="0" algn="r">
              <a:lnSpc>
                <a:spcPct val="150000"/>
              </a:lnSpc>
              <a:spcBef>
                <a:spcPts val="0"/>
              </a:spcBef>
              <a:spcAft>
                <a:spcPts val="0"/>
              </a:spcAft>
              <a:buClr>
                <a:schemeClr val="dk1"/>
              </a:buClr>
              <a:buSzPct val="100000"/>
              <a:buFont typeface="Trispace"/>
              <a:buNone/>
            </a:pPr>
            <a:r>
              <a:rPr lang="en-US" sz="1600">
                <a:solidFill>
                  <a:schemeClr val="dk1"/>
                </a:solidFill>
                <a:latin typeface="Trispace"/>
                <a:ea typeface="Trispace"/>
                <a:cs typeface="Trispace"/>
                <a:sym typeface="Trispace"/>
              </a:rPr>
              <a:t>Jariely Batista</a:t>
            </a:r>
            <a:endParaRPr sz="1600">
              <a:solidFill>
                <a:schemeClr val="dk1"/>
              </a:solidFill>
              <a:latin typeface="Trispace"/>
              <a:ea typeface="Trispace"/>
              <a:cs typeface="Trispace"/>
              <a:sym typeface="Trispace"/>
            </a:endParaRPr>
          </a:p>
          <a:p>
            <a:pPr indent="0" lvl="0" marL="0" marR="0" rtl="0" algn="r">
              <a:lnSpc>
                <a:spcPct val="150000"/>
              </a:lnSpc>
              <a:spcBef>
                <a:spcPts val="0"/>
              </a:spcBef>
              <a:spcAft>
                <a:spcPts val="0"/>
              </a:spcAft>
              <a:buClr>
                <a:schemeClr val="dk1"/>
              </a:buClr>
              <a:buSzPct val="100000"/>
              <a:buFont typeface="Trispace"/>
              <a:buNone/>
            </a:pPr>
            <a:r>
              <a:rPr lang="en-US" sz="1600">
                <a:solidFill>
                  <a:schemeClr val="dk1"/>
                </a:solidFill>
                <a:latin typeface="Trispace"/>
                <a:ea typeface="Trispace"/>
                <a:cs typeface="Trispace"/>
                <a:sym typeface="Trispace"/>
              </a:rPr>
              <a:t>Competition Seasons | 2024–2025</a:t>
            </a:r>
            <a:endParaRPr sz="1600">
              <a:solidFill>
                <a:schemeClr val="dk1"/>
              </a:solidFill>
              <a:latin typeface="Trispace"/>
              <a:ea typeface="Trispace"/>
              <a:cs typeface="Trispace"/>
              <a:sym typeface="Trispac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93e5932196_0_0"/>
          <p:cNvSpPr txBox="1"/>
          <p:nvPr>
            <p:ph type="title"/>
          </p:nvPr>
        </p:nvSpPr>
        <p:spPr>
          <a:xfrm>
            <a:off x="618285" y="452970"/>
            <a:ext cx="58479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Overview</a:t>
            </a:r>
            <a:endParaRPr b="0" sz="5000" u="none" strike="noStrike">
              <a:solidFill>
                <a:schemeClr val="dk1"/>
              </a:solidFill>
              <a:latin typeface="Arial"/>
              <a:ea typeface="Arial"/>
              <a:cs typeface="Arial"/>
              <a:sym typeface="Arial"/>
            </a:endParaRPr>
          </a:p>
        </p:txBody>
      </p:sp>
      <p:sp>
        <p:nvSpPr>
          <p:cNvPr id="135" name="Google Shape;135;g393e5932196_0_0"/>
          <p:cNvSpPr txBox="1"/>
          <p:nvPr>
            <p:ph idx="1" type="subTitle"/>
          </p:nvPr>
        </p:nvSpPr>
        <p:spPr>
          <a:xfrm>
            <a:off x="371650" y="1389825"/>
            <a:ext cx="8121000" cy="34647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30000"/>
              </a:lnSpc>
              <a:spcBef>
                <a:spcPts val="0"/>
              </a:spcBef>
              <a:spcAft>
                <a:spcPts val="0"/>
              </a:spcAft>
              <a:buClr>
                <a:schemeClr val="dk1"/>
              </a:buClr>
              <a:buSzPts val="1700"/>
              <a:buFont typeface="Trispace"/>
              <a:buChar char="●"/>
            </a:pPr>
            <a:r>
              <a:rPr lang="en-US" sz="1700">
                <a:solidFill>
                  <a:schemeClr val="dk1"/>
                </a:solidFill>
                <a:latin typeface="Trispace"/>
                <a:ea typeface="Trispace"/>
                <a:cs typeface="Trispace"/>
                <a:sym typeface="Trispace"/>
              </a:rPr>
              <a:t>STEM education program serving students ages 5–12 through coding classes and competitive FIRST LEGO League (FLL) robotics teams.</a:t>
            </a:r>
            <a:endParaRPr sz="1700">
              <a:solidFill>
                <a:schemeClr val="dk1"/>
              </a:solidFill>
              <a:latin typeface="Trispace"/>
              <a:ea typeface="Trispace"/>
              <a:cs typeface="Trispace"/>
              <a:sym typeface="Trispace"/>
            </a:endParaRPr>
          </a:p>
          <a:p>
            <a:pPr indent="-336550" lvl="0" marL="457200" marR="0" rtl="0" algn="l">
              <a:lnSpc>
                <a:spcPct val="130000"/>
              </a:lnSpc>
              <a:spcBef>
                <a:spcPts val="0"/>
              </a:spcBef>
              <a:spcAft>
                <a:spcPts val="0"/>
              </a:spcAft>
              <a:buClr>
                <a:schemeClr val="dk1"/>
              </a:buClr>
              <a:buSzPts val="1700"/>
              <a:buFont typeface="Trispace"/>
              <a:buChar char="●"/>
            </a:pPr>
            <a:r>
              <a:rPr lang="en-US" sz="1700">
                <a:solidFill>
                  <a:schemeClr val="dk1"/>
                </a:solidFill>
                <a:latin typeface="Trispace"/>
                <a:ea typeface="Trispace"/>
                <a:cs typeface="Trispace"/>
                <a:sym typeface="Trispace"/>
              </a:rPr>
              <a:t>During my second consecutive competition season, balanced direct coaching responsibilities with multi-team operational coordination.</a:t>
            </a:r>
            <a:endParaRPr sz="1700">
              <a:solidFill>
                <a:schemeClr val="dk1"/>
              </a:solidFill>
              <a:latin typeface="Trispace"/>
              <a:ea typeface="Trispace"/>
              <a:cs typeface="Trispace"/>
              <a:sym typeface="Trispace"/>
            </a:endParaRPr>
          </a:p>
          <a:p>
            <a:pPr indent="-336550" lvl="0" marL="457200" marR="0" rtl="0" algn="l">
              <a:lnSpc>
                <a:spcPct val="130000"/>
              </a:lnSpc>
              <a:spcBef>
                <a:spcPts val="0"/>
              </a:spcBef>
              <a:spcAft>
                <a:spcPts val="0"/>
              </a:spcAft>
              <a:buClr>
                <a:schemeClr val="dk1"/>
              </a:buClr>
              <a:buSzPts val="1700"/>
              <a:buFont typeface="Trispace"/>
              <a:buChar char="●"/>
            </a:pPr>
            <a:r>
              <a:rPr lang="en-US" sz="1700">
                <a:solidFill>
                  <a:schemeClr val="dk1"/>
                </a:solidFill>
                <a:latin typeface="Trispace"/>
                <a:ea typeface="Trispace"/>
                <a:cs typeface="Trispace"/>
                <a:sym typeface="Trispace"/>
              </a:rPr>
              <a:t>Managed scheduling logistics, competition preparation, and communication workflows.</a:t>
            </a:r>
            <a:endParaRPr sz="1700">
              <a:solidFill>
                <a:schemeClr val="dk1"/>
              </a:solidFill>
              <a:latin typeface="Trispace"/>
              <a:ea typeface="Trispace"/>
              <a:cs typeface="Trispace"/>
              <a:sym typeface="Trispace"/>
            </a:endParaRPr>
          </a:p>
          <a:p>
            <a:pPr indent="-336550" lvl="0" marL="457200" marR="0" rtl="0" algn="l">
              <a:lnSpc>
                <a:spcPct val="130000"/>
              </a:lnSpc>
              <a:spcBef>
                <a:spcPts val="0"/>
              </a:spcBef>
              <a:spcAft>
                <a:spcPts val="0"/>
              </a:spcAft>
              <a:buClr>
                <a:schemeClr val="dk1"/>
              </a:buClr>
              <a:buSzPts val="1700"/>
              <a:buFont typeface="Trispace"/>
              <a:buChar char="●"/>
            </a:pPr>
            <a:r>
              <a:rPr lang="en-US" sz="1700">
                <a:solidFill>
                  <a:schemeClr val="dk1"/>
                </a:solidFill>
                <a:latin typeface="Trispace"/>
                <a:ea typeface="Trispace"/>
                <a:cs typeface="Trispace"/>
                <a:sym typeface="Trispace"/>
              </a:rPr>
              <a:t>Ensured smooth execution across teams during competition season.</a:t>
            </a:r>
            <a:endParaRPr sz="1700">
              <a:solidFill>
                <a:schemeClr val="dk1"/>
              </a:solidFill>
              <a:latin typeface="Trispace"/>
              <a:ea typeface="Trispace"/>
              <a:cs typeface="Trispace"/>
              <a:sym typeface="Trispace"/>
            </a:endParaRPr>
          </a:p>
          <a:p>
            <a:pPr indent="0" lvl="0" marL="0" marR="0" rtl="0" algn="l">
              <a:lnSpc>
                <a:spcPct val="130000"/>
              </a:lnSpc>
              <a:spcBef>
                <a:spcPts val="0"/>
              </a:spcBef>
              <a:spcAft>
                <a:spcPts val="0"/>
              </a:spcAft>
              <a:buClr>
                <a:schemeClr val="dk1"/>
              </a:buClr>
              <a:buSzPts val="1120"/>
              <a:buFont typeface="Trispace"/>
              <a:buNone/>
            </a:pPr>
            <a:r>
              <a:t/>
            </a:r>
            <a:endParaRPr sz="1320">
              <a:solidFill>
                <a:schemeClr val="dk1"/>
              </a:solidFill>
              <a:latin typeface="Trispace"/>
              <a:ea typeface="Trispace"/>
              <a:cs typeface="Trispace"/>
              <a:sym typeface="Trispac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93e65e3156_0_39"/>
          <p:cNvSpPr txBox="1"/>
          <p:nvPr>
            <p:ph type="title"/>
          </p:nvPr>
        </p:nvSpPr>
        <p:spPr>
          <a:xfrm>
            <a:off x="618285" y="523420"/>
            <a:ext cx="58479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The Challenge</a:t>
            </a:r>
            <a:endParaRPr b="0" sz="5000" u="none" strike="noStrike">
              <a:solidFill>
                <a:schemeClr val="dk1"/>
              </a:solidFill>
              <a:latin typeface="Arial"/>
              <a:ea typeface="Arial"/>
              <a:cs typeface="Arial"/>
              <a:sym typeface="Arial"/>
            </a:endParaRPr>
          </a:p>
        </p:txBody>
      </p:sp>
      <p:sp>
        <p:nvSpPr>
          <p:cNvPr id="141" name="Google Shape;141;g393e65e3156_0_39"/>
          <p:cNvSpPr txBox="1"/>
          <p:nvPr>
            <p:ph idx="1" type="subTitle"/>
          </p:nvPr>
        </p:nvSpPr>
        <p:spPr>
          <a:xfrm>
            <a:off x="371650" y="1519575"/>
            <a:ext cx="8168100" cy="3427200"/>
          </a:xfrm>
          <a:prstGeom prst="rect">
            <a:avLst/>
          </a:prstGeom>
          <a:noFill/>
          <a:ln>
            <a:noFill/>
          </a:ln>
        </p:spPr>
        <p:txBody>
          <a:bodyPr anchorCtr="0" anchor="t" bIns="91425" lIns="91425" spcFirstLastPara="1" rIns="91425" wrap="square" tIns="91425">
            <a:normAutofit fontScale="25000" lnSpcReduction="20000"/>
          </a:bodyPr>
          <a:lstStyle/>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Coordinating multiple robotics teams with overlapping schedules.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Managing competition timelines, judging sessions, and pit assignments.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Balancing coaching responsibilities with operational oversight.</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Maintaining consistent communication between families and staff.</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Organizing materials and logistics for competition execution.</a:t>
            </a:r>
            <a:endParaRPr sz="68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262">
              <a:solidFill>
                <a:schemeClr val="dk1"/>
              </a:solidFill>
              <a:latin typeface="Trispace"/>
              <a:ea typeface="Trispace"/>
              <a:cs typeface="Trispace"/>
              <a:sym typeface="Trispace"/>
            </a:endParaRPr>
          </a:p>
          <a:p>
            <a:pPr indent="0" lvl="0" marL="0" marR="0" rtl="0" algn="l">
              <a:lnSpc>
                <a:spcPct val="150000"/>
              </a:lnSpc>
              <a:spcBef>
                <a:spcPts val="0"/>
              </a:spcBef>
              <a:spcAft>
                <a:spcPts val="0"/>
              </a:spcAft>
              <a:buClr>
                <a:schemeClr val="dk1"/>
              </a:buClr>
              <a:buSzPct val="100000"/>
              <a:buFont typeface="Trispace"/>
              <a:buNone/>
            </a:pPr>
            <a:r>
              <a:t/>
            </a:r>
            <a:endParaRPr sz="1600">
              <a:solidFill>
                <a:schemeClr val="dk1"/>
              </a:solidFill>
              <a:latin typeface="Trispace"/>
              <a:ea typeface="Trispace"/>
              <a:cs typeface="Trispace"/>
              <a:sym typeface="Trispac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93e65e3156_0_44"/>
          <p:cNvSpPr txBox="1"/>
          <p:nvPr>
            <p:ph type="title"/>
          </p:nvPr>
        </p:nvSpPr>
        <p:spPr>
          <a:xfrm>
            <a:off x="618275" y="523425"/>
            <a:ext cx="73224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My Role &amp; Actions</a:t>
            </a:r>
            <a:endParaRPr b="0" sz="5000" u="none" strike="noStrike">
              <a:solidFill>
                <a:schemeClr val="dk1"/>
              </a:solidFill>
              <a:latin typeface="Arial"/>
              <a:ea typeface="Arial"/>
              <a:cs typeface="Arial"/>
              <a:sym typeface="Arial"/>
            </a:endParaRPr>
          </a:p>
        </p:txBody>
      </p:sp>
      <p:sp>
        <p:nvSpPr>
          <p:cNvPr id="147" name="Google Shape;147;g393e65e3156_0_44"/>
          <p:cNvSpPr txBox="1"/>
          <p:nvPr>
            <p:ph idx="1" type="subTitle"/>
          </p:nvPr>
        </p:nvSpPr>
        <p:spPr>
          <a:xfrm>
            <a:off x="371650" y="1519575"/>
            <a:ext cx="8168100" cy="2971200"/>
          </a:xfrm>
          <a:prstGeom prst="rect">
            <a:avLst/>
          </a:prstGeom>
          <a:noFill/>
          <a:ln>
            <a:noFill/>
          </a:ln>
        </p:spPr>
        <p:txBody>
          <a:bodyPr anchorCtr="0" anchor="t" bIns="91425" lIns="91425" spcFirstLastPara="1" rIns="91425" wrap="square" tIns="91425">
            <a:normAutofit fontScale="25000" lnSpcReduction="20000"/>
          </a:bodyPr>
          <a:lstStyle/>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Built and maintained centralized team schedules using Google Sheets.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Structured competition-day timelines and planning documents.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Coordinated logistics updates and schedule adjustments.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Managed last-minute staff coverage conflicts.</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Organized preparation checklists and documentation.</a:t>
            </a:r>
            <a:endParaRPr sz="6800">
              <a:solidFill>
                <a:schemeClr val="dk1"/>
              </a:solidFill>
              <a:latin typeface="Trispace"/>
              <a:ea typeface="Trispace"/>
              <a:cs typeface="Trispace"/>
              <a:sym typeface="Trispace"/>
            </a:endParaRPr>
          </a:p>
          <a:p>
            <a:pPr indent="-336550" lvl="0" marL="457200" marR="0" rtl="0" algn="l">
              <a:lnSpc>
                <a:spcPct val="150000"/>
              </a:lnSpc>
              <a:spcBef>
                <a:spcPts val="0"/>
              </a:spcBef>
              <a:spcAft>
                <a:spcPts val="0"/>
              </a:spcAft>
              <a:buClr>
                <a:schemeClr val="dk1"/>
              </a:buClr>
              <a:buSzPct val="100000"/>
              <a:buFont typeface="Trispace"/>
              <a:buChar char="●"/>
            </a:pPr>
            <a:r>
              <a:rPr lang="en-US" sz="6800">
                <a:solidFill>
                  <a:schemeClr val="dk1"/>
                </a:solidFill>
                <a:latin typeface="Trispace"/>
                <a:ea typeface="Trispace"/>
                <a:cs typeface="Trispace"/>
                <a:sym typeface="Trispace"/>
              </a:rPr>
              <a:t>Balanced instructional duties alongside coordination responsibilities.</a:t>
            </a:r>
            <a:endParaRPr sz="68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68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262">
              <a:solidFill>
                <a:schemeClr val="dk1"/>
              </a:solidFill>
              <a:latin typeface="Trispace"/>
              <a:ea typeface="Trispace"/>
              <a:cs typeface="Trispace"/>
              <a:sym typeface="Trispace"/>
            </a:endParaRPr>
          </a:p>
          <a:p>
            <a:pPr indent="0" lvl="0" marL="0" marR="0" rtl="0" algn="l">
              <a:lnSpc>
                <a:spcPct val="150000"/>
              </a:lnSpc>
              <a:spcBef>
                <a:spcPts val="0"/>
              </a:spcBef>
              <a:spcAft>
                <a:spcPts val="0"/>
              </a:spcAft>
              <a:buClr>
                <a:schemeClr val="dk1"/>
              </a:buClr>
              <a:buSzPct val="100000"/>
              <a:buFont typeface="Trispace"/>
              <a:buNone/>
            </a:pPr>
            <a:r>
              <a:t/>
            </a:r>
            <a:endParaRPr sz="1600">
              <a:solidFill>
                <a:schemeClr val="dk1"/>
              </a:solidFill>
              <a:latin typeface="Trispace"/>
              <a:ea typeface="Trispace"/>
              <a:cs typeface="Trispace"/>
              <a:sym typeface="Trispac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3e65e3156_0_49"/>
          <p:cNvSpPr txBox="1"/>
          <p:nvPr>
            <p:ph type="title"/>
          </p:nvPr>
        </p:nvSpPr>
        <p:spPr>
          <a:xfrm>
            <a:off x="618275" y="523425"/>
            <a:ext cx="76512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Tools Used</a:t>
            </a:r>
            <a:endParaRPr sz="5000">
              <a:solidFill>
                <a:schemeClr val="dk1"/>
              </a:solidFill>
              <a:latin typeface="Dela Gothic One"/>
              <a:ea typeface="Dela Gothic One"/>
              <a:cs typeface="Dela Gothic One"/>
              <a:sym typeface="Dela Gothic One"/>
            </a:endParaRPr>
          </a:p>
        </p:txBody>
      </p:sp>
      <p:sp>
        <p:nvSpPr>
          <p:cNvPr id="153" name="Google Shape;153;g393e65e3156_0_49"/>
          <p:cNvSpPr txBox="1"/>
          <p:nvPr>
            <p:ph idx="1" type="subTitle"/>
          </p:nvPr>
        </p:nvSpPr>
        <p:spPr>
          <a:xfrm>
            <a:off x="371650" y="1519575"/>
            <a:ext cx="8168100" cy="29712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5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Google Sheets (scheduling &amp; tracking)</a:t>
            </a:r>
            <a:endParaRPr sz="2100">
              <a:solidFill>
                <a:schemeClr val="dk1"/>
              </a:solidFill>
              <a:latin typeface="Trispace"/>
              <a:ea typeface="Trispace"/>
              <a:cs typeface="Trispace"/>
              <a:sym typeface="Trispace"/>
            </a:endParaRPr>
          </a:p>
          <a:p>
            <a:pPr indent="-361950" lvl="0" marL="457200" marR="0" rtl="0" algn="l">
              <a:lnSpc>
                <a:spcPct val="15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Google Docs (planning &amp; structured communication)</a:t>
            </a:r>
            <a:endParaRPr sz="2100">
              <a:solidFill>
                <a:schemeClr val="dk1"/>
              </a:solidFill>
              <a:latin typeface="Trispace"/>
              <a:ea typeface="Trispace"/>
              <a:cs typeface="Trispace"/>
              <a:sym typeface="Trispace"/>
            </a:endParaRPr>
          </a:p>
          <a:p>
            <a:pPr indent="-361950" lvl="0" marL="457200" marR="0" rtl="0" algn="l">
              <a:lnSpc>
                <a:spcPct val="15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Email and messaging workflows</a:t>
            </a:r>
            <a:endParaRPr sz="2100">
              <a:solidFill>
                <a:schemeClr val="dk1"/>
              </a:solidFill>
              <a:latin typeface="Trispace"/>
              <a:ea typeface="Trispace"/>
              <a:cs typeface="Trispace"/>
              <a:sym typeface="Trispace"/>
            </a:endParaRPr>
          </a:p>
          <a:p>
            <a:pPr indent="-361950" lvl="0" marL="457200" marR="0" rtl="0" algn="l">
              <a:lnSpc>
                <a:spcPct val="15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Checklists and event-planning templates</a:t>
            </a:r>
            <a:endParaRPr sz="21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1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1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100">
              <a:solidFill>
                <a:schemeClr val="dk1"/>
              </a:solidFill>
              <a:latin typeface="Trispace"/>
              <a:ea typeface="Trispace"/>
              <a:cs typeface="Trispace"/>
              <a:sym typeface="Trispace"/>
            </a:endParaRPr>
          </a:p>
          <a:p>
            <a:pPr indent="0" lvl="0" marL="0" marR="0" rtl="0" algn="l">
              <a:lnSpc>
                <a:spcPct val="150000"/>
              </a:lnSpc>
              <a:spcBef>
                <a:spcPts val="0"/>
              </a:spcBef>
              <a:spcAft>
                <a:spcPts val="0"/>
              </a:spcAft>
              <a:buClr>
                <a:schemeClr val="dk1"/>
              </a:buClr>
              <a:buSzPts val="1600"/>
              <a:buFont typeface="Trispace"/>
              <a:buNone/>
            </a:pPr>
            <a:r>
              <a:t/>
            </a:r>
            <a:endParaRPr sz="2100">
              <a:solidFill>
                <a:schemeClr val="dk1"/>
              </a:solidFill>
              <a:latin typeface="Trispace"/>
              <a:ea typeface="Trispace"/>
              <a:cs typeface="Trispace"/>
              <a:sym typeface="Trispac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3e65e3156_0_54"/>
          <p:cNvSpPr txBox="1"/>
          <p:nvPr>
            <p:ph type="title"/>
          </p:nvPr>
        </p:nvSpPr>
        <p:spPr>
          <a:xfrm>
            <a:off x="618275" y="523425"/>
            <a:ext cx="73224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Impact &amp; Results</a:t>
            </a:r>
            <a:endParaRPr sz="5000">
              <a:solidFill>
                <a:schemeClr val="dk1"/>
              </a:solidFill>
              <a:latin typeface="Dela Gothic One"/>
              <a:ea typeface="Dela Gothic One"/>
              <a:cs typeface="Dela Gothic One"/>
              <a:sym typeface="Dela Gothic One"/>
            </a:endParaRPr>
          </a:p>
        </p:txBody>
      </p:sp>
      <p:sp>
        <p:nvSpPr>
          <p:cNvPr id="159" name="Google Shape;159;g393e65e3156_0_54"/>
          <p:cNvSpPr txBox="1"/>
          <p:nvPr>
            <p:ph idx="1" type="subTitle"/>
          </p:nvPr>
        </p:nvSpPr>
        <p:spPr>
          <a:xfrm>
            <a:off x="371650" y="1389825"/>
            <a:ext cx="8168100" cy="3652500"/>
          </a:xfrm>
          <a:prstGeom prst="rect">
            <a:avLst/>
          </a:prstGeom>
          <a:noFill/>
          <a:ln>
            <a:noFill/>
          </a:ln>
        </p:spPr>
        <p:txBody>
          <a:bodyPr anchorCtr="0" anchor="t" bIns="91425" lIns="91425" spcFirstLastPara="1" rIns="91425" wrap="square" tIns="91425">
            <a:normAutofit fontScale="25000" lnSpcReduction="20000"/>
          </a:bodyPr>
          <a:lstStyle/>
          <a:p>
            <a:pPr indent="-330200" lvl="0" marL="457200" marR="0" rtl="0" algn="l">
              <a:lnSpc>
                <a:spcPct val="150000"/>
              </a:lnSpc>
              <a:spcBef>
                <a:spcPts val="0"/>
              </a:spcBef>
              <a:spcAft>
                <a:spcPts val="0"/>
              </a:spcAft>
              <a:buClr>
                <a:schemeClr val="dk1"/>
              </a:buClr>
              <a:buSzPct val="100000"/>
              <a:buFont typeface="Trispace"/>
              <a:buChar char="●"/>
            </a:pPr>
            <a:r>
              <a:rPr lang="en-US" sz="6400">
                <a:solidFill>
                  <a:schemeClr val="dk1"/>
                </a:solidFill>
                <a:latin typeface="Trispace"/>
                <a:ea typeface="Trispace"/>
                <a:cs typeface="Trispace"/>
                <a:sym typeface="Trispace"/>
              </a:rPr>
              <a:t>Improved visibility across team schedules and event logistics.</a:t>
            </a:r>
            <a:endParaRPr sz="6400">
              <a:solidFill>
                <a:schemeClr val="dk1"/>
              </a:solidFill>
              <a:latin typeface="Trispace"/>
              <a:ea typeface="Trispace"/>
              <a:cs typeface="Trispace"/>
              <a:sym typeface="Trispace"/>
            </a:endParaRPr>
          </a:p>
          <a:p>
            <a:pPr indent="-330200" lvl="0" marL="457200" marR="0" rtl="0" algn="l">
              <a:lnSpc>
                <a:spcPct val="150000"/>
              </a:lnSpc>
              <a:spcBef>
                <a:spcPts val="0"/>
              </a:spcBef>
              <a:spcAft>
                <a:spcPts val="0"/>
              </a:spcAft>
              <a:buClr>
                <a:schemeClr val="dk1"/>
              </a:buClr>
              <a:buSzPct val="100000"/>
              <a:buFont typeface="Trispace"/>
              <a:buChar char="●"/>
            </a:pPr>
            <a:r>
              <a:rPr lang="en-US" sz="6400">
                <a:solidFill>
                  <a:schemeClr val="dk1"/>
                </a:solidFill>
                <a:latin typeface="Trispace"/>
                <a:ea typeface="Trispace"/>
                <a:cs typeface="Trispace"/>
                <a:sym typeface="Trispace"/>
              </a:rPr>
              <a:t>Reduced last-minute coordination challenges.</a:t>
            </a:r>
            <a:endParaRPr sz="6400">
              <a:solidFill>
                <a:schemeClr val="dk1"/>
              </a:solidFill>
              <a:latin typeface="Trispace"/>
              <a:ea typeface="Trispace"/>
              <a:cs typeface="Trispace"/>
              <a:sym typeface="Trispace"/>
            </a:endParaRPr>
          </a:p>
          <a:p>
            <a:pPr indent="-330200" lvl="0" marL="457200" marR="0" rtl="0" algn="l">
              <a:lnSpc>
                <a:spcPct val="150000"/>
              </a:lnSpc>
              <a:spcBef>
                <a:spcPts val="0"/>
              </a:spcBef>
              <a:spcAft>
                <a:spcPts val="0"/>
              </a:spcAft>
              <a:buClr>
                <a:schemeClr val="dk1"/>
              </a:buClr>
              <a:buSzPct val="100000"/>
              <a:buFont typeface="Trispace"/>
              <a:buChar char="●"/>
            </a:pPr>
            <a:r>
              <a:rPr lang="en-US" sz="6400">
                <a:solidFill>
                  <a:schemeClr val="dk1"/>
                </a:solidFill>
                <a:latin typeface="Trispace"/>
                <a:ea typeface="Trispace"/>
                <a:cs typeface="Trispace"/>
                <a:sym typeface="Trispace"/>
              </a:rPr>
              <a:t>Streamlined communication between staff and families.</a:t>
            </a:r>
            <a:endParaRPr sz="6400">
              <a:solidFill>
                <a:schemeClr val="dk1"/>
              </a:solidFill>
              <a:latin typeface="Trispace"/>
              <a:ea typeface="Trispace"/>
              <a:cs typeface="Trispace"/>
              <a:sym typeface="Trispace"/>
            </a:endParaRPr>
          </a:p>
          <a:p>
            <a:pPr indent="-330200" lvl="0" marL="457200" marR="0" rtl="0" algn="l">
              <a:lnSpc>
                <a:spcPct val="150000"/>
              </a:lnSpc>
              <a:spcBef>
                <a:spcPts val="0"/>
              </a:spcBef>
              <a:spcAft>
                <a:spcPts val="0"/>
              </a:spcAft>
              <a:buClr>
                <a:schemeClr val="dk1"/>
              </a:buClr>
              <a:buSzPct val="100000"/>
              <a:buFont typeface="Trispace"/>
              <a:buChar char="●"/>
            </a:pPr>
            <a:r>
              <a:rPr lang="en-US" sz="6400">
                <a:solidFill>
                  <a:schemeClr val="dk1"/>
                </a:solidFill>
                <a:latin typeface="Trispace"/>
                <a:ea typeface="Trispace"/>
                <a:cs typeface="Trispace"/>
                <a:sym typeface="Trispace"/>
              </a:rPr>
              <a:t>Supported smooth execution of FIRST LEGO League competitions across multiple teams.</a:t>
            </a:r>
            <a:endParaRPr sz="6400">
              <a:solidFill>
                <a:schemeClr val="dk1"/>
              </a:solidFill>
              <a:latin typeface="Trispace"/>
              <a:ea typeface="Trispace"/>
              <a:cs typeface="Trispace"/>
              <a:sym typeface="Trispace"/>
            </a:endParaRPr>
          </a:p>
          <a:p>
            <a:pPr indent="-330200" lvl="0" marL="457200" marR="0" rtl="0" algn="l">
              <a:lnSpc>
                <a:spcPct val="150000"/>
              </a:lnSpc>
              <a:spcBef>
                <a:spcPts val="0"/>
              </a:spcBef>
              <a:spcAft>
                <a:spcPts val="0"/>
              </a:spcAft>
              <a:buClr>
                <a:schemeClr val="dk1"/>
              </a:buClr>
              <a:buSzPct val="100000"/>
              <a:buFont typeface="Trispace"/>
              <a:buChar char="●"/>
            </a:pPr>
            <a:r>
              <a:rPr lang="en-US" sz="6400">
                <a:solidFill>
                  <a:schemeClr val="dk1"/>
                </a:solidFill>
                <a:latin typeface="Trispace"/>
                <a:ea typeface="Trispace"/>
                <a:cs typeface="Trispace"/>
                <a:sym typeface="Trispace"/>
              </a:rPr>
              <a:t>Following a Rising Star Award in the previous season, teams progressed in the most recent season to earn 1st Place for Core Values (advancing directly to the NYC Championships), the Engineering Excellence Award, and 3rd Place for Core Values.</a:t>
            </a:r>
            <a:endParaRPr sz="64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68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6800">
              <a:solidFill>
                <a:schemeClr val="dk1"/>
              </a:solidFill>
              <a:latin typeface="Trispace"/>
              <a:ea typeface="Trispace"/>
              <a:cs typeface="Trispace"/>
              <a:sym typeface="Trispace"/>
            </a:endParaRPr>
          </a:p>
          <a:p>
            <a:pPr indent="0" lvl="0" marL="457200" marR="0" rtl="0" algn="l">
              <a:lnSpc>
                <a:spcPct val="150000"/>
              </a:lnSpc>
              <a:spcBef>
                <a:spcPts val="0"/>
              </a:spcBef>
              <a:spcAft>
                <a:spcPts val="0"/>
              </a:spcAft>
              <a:buNone/>
            </a:pPr>
            <a:r>
              <a:t/>
            </a:r>
            <a:endParaRPr sz="2262">
              <a:solidFill>
                <a:schemeClr val="dk1"/>
              </a:solidFill>
              <a:latin typeface="Trispace"/>
              <a:ea typeface="Trispace"/>
              <a:cs typeface="Trispace"/>
              <a:sym typeface="Trispace"/>
            </a:endParaRPr>
          </a:p>
          <a:p>
            <a:pPr indent="0" lvl="0" marL="0" marR="0" rtl="0" algn="l">
              <a:lnSpc>
                <a:spcPct val="150000"/>
              </a:lnSpc>
              <a:spcBef>
                <a:spcPts val="0"/>
              </a:spcBef>
              <a:spcAft>
                <a:spcPts val="0"/>
              </a:spcAft>
              <a:buClr>
                <a:schemeClr val="dk1"/>
              </a:buClr>
              <a:buSzPct val="100000"/>
              <a:buFont typeface="Trispace"/>
              <a:buNone/>
            </a:pPr>
            <a:r>
              <a:t/>
            </a:r>
            <a:endParaRPr sz="1600">
              <a:solidFill>
                <a:schemeClr val="dk1"/>
              </a:solidFill>
              <a:latin typeface="Trispace"/>
              <a:ea typeface="Trispace"/>
              <a:cs typeface="Trispace"/>
              <a:sym typeface="Trispac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93e65e3156_0_59"/>
          <p:cNvSpPr txBox="1"/>
          <p:nvPr>
            <p:ph type="title"/>
          </p:nvPr>
        </p:nvSpPr>
        <p:spPr>
          <a:xfrm>
            <a:off x="618275" y="523425"/>
            <a:ext cx="7980000" cy="866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4500"/>
              <a:buFont typeface="Dela Gothic One"/>
              <a:buNone/>
            </a:pPr>
            <a:r>
              <a:rPr lang="en-US" sz="5000">
                <a:solidFill>
                  <a:schemeClr val="dk1"/>
                </a:solidFill>
                <a:latin typeface="Dela Gothic One"/>
                <a:ea typeface="Dela Gothic One"/>
                <a:cs typeface="Dela Gothic One"/>
                <a:sym typeface="Dela Gothic One"/>
              </a:rPr>
              <a:t>Professional Growth</a:t>
            </a:r>
            <a:endParaRPr sz="5000">
              <a:solidFill>
                <a:schemeClr val="dk1"/>
              </a:solidFill>
              <a:latin typeface="Dela Gothic One"/>
              <a:ea typeface="Dela Gothic One"/>
              <a:cs typeface="Dela Gothic One"/>
              <a:sym typeface="Dela Gothic One"/>
            </a:endParaRPr>
          </a:p>
        </p:txBody>
      </p:sp>
      <p:sp>
        <p:nvSpPr>
          <p:cNvPr id="165" name="Google Shape;165;g393e65e3156_0_59"/>
          <p:cNvSpPr txBox="1"/>
          <p:nvPr>
            <p:ph idx="1" type="subTitle"/>
          </p:nvPr>
        </p:nvSpPr>
        <p:spPr>
          <a:xfrm>
            <a:off x="371650" y="1519575"/>
            <a:ext cx="8168100" cy="29712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3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Strengthened operational organization under time pressure.</a:t>
            </a:r>
            <a:endParaRPr sz="2100">
              <a:solidFill>
                <a:schemeClr val="dk1"/>
              </a:solidFill>
              <a:latin typeface="Trispace"/>
              <a:ea typeface="Trispace"/>
              <a:cs typeface="Trispace"/>
              <a:sym typeface="Trispace"/>
            </a:endParaRPr>
          </a:p>
          <a:p>
            <a:pPr indent="-361950" lvl="0" marL="457200" marR="0" rtl="0" algn="l">
              <a:lnSpc>
                <a:spcPct val="13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Improved multi-stakeholder communication.</a:t>
            </a:r>
            <a:endParaRPr sz="2100">
              <a:solidFill>
                <a:schemeClr val="dk1"/>
              </a:solidFill>
              <a:latin typeface="Trispace"/>
              <a:ea typeface="Trispace"/>
              <a:cs typeface="Trispace"/>
              <a:sym typeface="Trispace"/>
            </a:endParaRPr>
          </a:p>
          <a:p>
            <a:pPr indent="-361950" lvl="0" marL="457200" marR="0" rtl="0" algn="l">
              <a:lnSpc>
                <a:spcPct val="13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Enhanced adaptability and conflict resolution skills.</a:t>
            </a:r>
            <a:endParaRPr sz="2100">
              <a:solidFill>
                <a:schemeClr val="dk1"/>
              </a:solidFill>
              <a:latin typeface="Trispace"/>
              <a:ea typeface="Trispace"/>
              <a:cs typeface="Trispace"/>
              <a:sym typeface="Trispace"/>
            </a:endParaRPr>
          </a:p>
          <a:p>
            <a:pPr indent="-361950" lvl="0" marL="457200" marR="0" rtl="0" algn="l">
              <a:lnSpc>
                <a:spcPct val="130000"/>
              </a:lnSpc>
              <a:spcBef>
                <a:spcPts val="0"/>
              </a:spcBef>
              <a:spcAft>
                <a:spcPts val="0"/>
              </a:spcAft>
              <a:buClr>
                <a:schemeClr val="dk1"/>
              </a:buClr>
              <a:buSzPts val="2100"/>
              <a:buFont typeface="Trispace"/>
              <a:buChar char="●"/>
            </a:pPr>
            <a:r>
              <a:rPr lang="en-US" sz="2100">
                <a:solidFill>
                  <a:schemeClr val="dk1"/>
                </a:solidFill>
                <a:latin typeface="Trispace"/>
                <a:ea typeface="Trispace"/>
                <a:cs typeface="Trispace"/>
                <a:sym typeface="Trispace"/>
              </a:rPr>
              <a:t>Demonstrated leadership while balancing dual responsibilities.</a:t>
            </a:r>
            <a:endParaRPr sz="2100">
              <a:solidFill>
                <a:schemeClr val="dk1"/>
              </a:solidFill>
              <a:latin typeface="Trispace"/>
              <a:ea typeface="Trispace"/>
              <a:cs typeface="Trispace"/>
              <a:sym typeface="Trispace"/>
            </a:endParaRPr>
          </a:p>
          <a:p>
            <a:pPr indent="0" lvl="0" marL="457200" marR="0" rtl="0" algn="l">
              <a:lnSpc>
                <a:spcPct val="130000"/>
              </a:lnSpc>
              <a:spcBef>
                <a:spcPts val="0"/>
              </a:spcBef>
              <a:spcAft>
                <a:spcPts val="0"/>
              </a:spcAft>
              <a:buSzPts val="275"/>
              <a:buNone/>
            </a:pPr>
            <a:r>
              <a:t/>
            </a:r>
            <a:endParaRPr sz="2100">
              <a:solidFill>
                <a:schemeClr val="dk1"/>
              </a:solidFill>
              <a:latin typeface="Trispace"/>
              <a:ea typeface="Trispace"/>
              <a:cs typeface="Trispace"/>
              <a:sym typeface="Trispace"/>
            </a:endParaRPr>
          </a:p>
          <a:p>
            <a:pPr indent="0" lvl="0" marL="457200" marR="0" rtl="0" algn="l">
              <a:lnSpc>
                <a:spcPct val="130000"/>
              </a:lnSpc>
              <a:spcBef>
                <a:spcPts val="0"/>
              </a:spcBef>
              <a:spcAft>
                <a:spcPts val="0"/>
              </a:spcAft>
              <a:buSzPts val="275"/>
              <a:buNone/>
            </a:pPr>
            <a:r>
              <a:t/>
            </a:r>
            <a:endParaRPr sz="2100">
              <a:solidFill>
                <a:schemeClr val="dk1"/>
              </a:solidFill>
              <a:latin typeface="Trispace"/>
              <a:ea typeface="Trispace"/>
              <a:cs typeface="Trispace"/>
              <a:sym typeface="Trispace"/>
            </a:endParaRPr>
          </a:p>
          <a:p>
            <a:pPr indent="0" lvl="0" marL="457200" marR="0" rtl="0" algn="l">
              <a:lnSpc>
                <a:spcPct val="130000"/>
              </a:lnSpc>
              <a:spcBef>
                <a:spcPts val="0"/>
              </a:spcBef>
              <a:spcAft>
                <a:spcPts val="0"/>
              </a:spcAft>
              <a:buSzPts val="275"/>
              <a:buNone/>
            </a:pPr>
            <a:r>
              <a:t/>
            </a:r>
            <a:endParaRPr sz="2100">
              <a:solidFill>
                <a:schemeClr val="dk1"/>
              </a:solidFill>
              <a:latin typeface="Trispace"/>
              <a:ea typeface="Trispace"/>
              <a:cs typeface="Trispace"/>
              <a:sym typeface="Trispace"/>
            </a:endParaRPr>
          </a:p>
          <a:p>
            <a:pPr indent="0" lvl="0" marL="457200" marR="0" rtl="0" algn="l">
              <a:lnSpc>
                <a:spcPct val="130000"/>
              </a:lnSpc>
              <a:spcBef>
                <a:spcPts val="0"/>
              </a:spcBef>
              <a:spcAft>
                <a:spcPts val="0"/>
              </a:spcAft>
              <a:buSzPts val="275"/>
              <a:buNone/>
            </a:pPr>
            <a:r>
              <a:t/>
            </a:r>
            <a:endParaRPr sz="965">
              <a:solidFill>
                <a:schemeClr val="dk1"/>
              </a:solidFill>
              <a:latin typeface="Trispace"/>
              <a:ea typeface="Trispace"/>
              <a:cs typeface="Trispace"/>
              <a:sym typeface="Trispace"/>
            </a:endParaRPr>
          </a:p>
          <a:p>
            <a:pPr indent="0" lvl="0" marL="0" marR="0" rtl="0" algn="l">
              <a:lnSpc>
                <a:spcPct val="130000"/>
              </a:lnSpc>
              <a:spcBef>
                <a:spcPts val="0"/>
              </a:spcBef>
              <a:spcAft>
                <a:spcPts val="0"/>
              </a:spcAft>
              <a:buClr>
                <a:schemeClr val="dk1"/>
              </a:buClr>
              <a:buSzPts val="400"/>
              <a:buFont typeface="Trispace"/>
              <a:buNone/>
            </a:pPr>
            <a:r>
              <a:t/>
            </a:r>
            <a:endParaRPr sz="800">
              <a:solidFill>
                <a:schemeClr val="dk1"/>
              </a:solidFill>
              <a:latin typeface="Trispace"/>
              <a:ea typeface="Trispace"/>
              <a:cs typeface="Trispace"/>
              <a:sym typeface="Trispace"/>
            </a:endParaRPr>
          </a:p>
        </p:txBody>
      </p:sp>
    </p:spTree>
  </p:cSld>
  <p:clrMapOvr>
    <a:masterClrMapping/>
  </p:clrMapOvr>
</p:sld>
</file>

<file path=ppt/theme/theme1.xml><?xml version="1.0" encoding="utf-8"?>
<a:theme xmlns:a="http://schemas.openxmlformats.org/drawingml/2006/main" xmlns:r="http://schemas.openxmlformats.org/officeDocument/2006/relationships" name="Marketing Plan for Policies and Procedures by Slidesgo">
  <a:themeElements>
    <a:clrScheme name="Simple Light">
      <a:dk1>
        <a:srgbClr val="FFFFFF"/>
      </a:dk1>
      <a:lt1>
        <a:srgbClr val="647A54"/>
      </a:lt1>
      <a:dk2>
        <a:srgbClr val="35402F"/>
      </a:dk2>
      <a:lt2>
        <a:srgbClr val="CAD3CB"/>
      </a:lt2>
      <a:accent1>
        <a:srgbClr val="CE6E4C"/>
      </a:accent1>
      <a:accent2>
        <a:srgbClr val="A8533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2026-02-13T18:52:08Z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